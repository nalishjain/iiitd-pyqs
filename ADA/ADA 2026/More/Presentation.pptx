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200" b="1" i="0" u="none" strike="noStrike" cap="none" spc="0" normalizeH="0" baseline="0">
        <a:ln>
          <a:noFill/>
        </a:ln>
        <a:solidFill>
          <a:srgbClr val="53585F"/>
        </a:solidFill>
        <a:effectLst/>
        <a:uFillTx/>
        <a:latin typeface="Proxima Nova"/>
        <a:ea typeface="Proxima Nova"/>
        <a:cs typeface="Proxima Nova"/>
        <a:sym typeface="Proxima Nova"/>
      </a:defRPr>
    </a:lvl1pPr>
    <a:lvl2pPr marL="0" marR="0" indent="457200" algn="l" defTabSz="5842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200" b="1" i="0" u="none" strike="noStrike" cap="none" spc="0" normalizeH="0" baseline="0">
        <a:ln>
          <a:noFill/>
        </a:ln>
        <a:solidFill>
          <a:srgbClr val="53585F"/>
        </a:solidFill>
        <a:effectLst/>
        <a:uFillTx/>
        <a:latin typeface="Proxima Nova"/>
        <a:ea typeface="Proxima Nova"/>
        <a:cs typeface="Proxima Nova"/>
        <a:sym typeface="Proxima Nova"/>
      </a:defRPr>
    </a:lvl2pPr>
    <a:lvl3pPr marL="0" marR="0" indent="914400" algn="l" defTabSz="5842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200" b="1" i="0" u="none" strike="noStrike" cap="none" spc="0" normalizeH="0" baseline="0">
        <a:ln>
          <a:noFill/>
        </a:ln>
        <a:solidFill>
          <a:srgbClr val="53585F"/>
        </a:solidFill>
        <a:effectLst/>
        <a:uFillTx/>
        <a:latin typeface="Proxima Nova"/>
        <a:ea typeface="Proxima Nova"/>
        <a:cs typeface="Proxima Nova"/>
        <a:sym typeface="Proxima Nova"/>
      </a:defRPr>
    </a:lvl3pPr>
    <a:lvl4pPr marL="0" marR="0" indent="1371600" algn="l" defTabSz="5842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200" b="1" i="0" u="none" strike="noStrike" cap="none" spc="0" normalizeH="0" baseline="0">
        <a:ln>
          <a:noFill/>
        </a:ln>
        <a:solidFill>
          <a:srgbClr val="53585F"/>
        </a:solidFill>
        <a:effectLst/>
        <a:uFillTx/>
        <a:latin typeface="Proxima Nova"/>
        <a:ea typeface="Proxima Nova"/>
        <a:cs typeface="Proxima Nova"/>
        <a:sym typeface="Proxima Nova"/>
      </a:defRPr>
    </a:lvl4pPr>
    <a:lvl5pPr marL="0" marR="0" indent="1828800" algn="l" defTabSz="5842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200" b="1" i="0" u="none" strike="noStrike" cap="none" spc="0" normalizeH="0" baseline="0">
        <a:ln>
          <a:noFill/>
        </a:ln>
        <a:solidFill>
          <a:srgbClr val="53585F"/>
        </a:solidFill>
        <a:effectLst/>
        <a:uFillTx/>
        <a:latin typeface="Proxima Nova"/>
        <a:ea typeface="Proxima Nova"/>
        <a:cs typeface="Proxima Nova"/>
        <a:sym typeface="Proxima Nova"/>
      </a:defRPr>
    </a:lvl5pPr>
    <a:lvl6pPr marL="0" marR="0" indent="2286000" algn="l" defTabSz="5842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200" b="1" i="0" u="none" strike="noStrike" cap="none" spc="0" normalizeH="0" baseline="0">
        <a:ln>
          <a:noFill/>
        </a:ln>
        <a:solidFill>
          <a:srgbClr val="53585F"/>
        </a:solidFill>
        <a:effectLst/>
        <a:uFillTx/>
        <a:latin typeface="Proxima Nova"/>
        <a:ea typeface="Proxima Nova"/>
        <a:cs typeface="Proxima Nova"/>
        <a:sym typeface="Proxima Nova"/>
      </a:defRPr>
    </a:lvl6pPr>
    <a:lvl7pPr marL="0" marR="0" indent="2743200" algn="l" defTabSz="5842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200" b="1" i="0" u="none" strike="noStrike" cap="none" spc="0" normalizeH="0" baseline="0">
        <a:ln>
          <a:noFill/>
        </a:ln>
        <a:solidFill>
          <a:srgbClr val="53585F"/>
        </a:solidFill>
        <a:effectLst/>
        <a:uFillTx/>
        <a:latin typeface="Proxima Nova"/>
        <a:ea typeface="Proxima Nova"/>
        <a:cs typeface="Proxima Nova"/>
        <a:sym typeface="Proxima Nova"/>
      </a:defRPr>
    </a:lvl7pPr>
    <a:lvl8pPr marL="0" marR="0" indent="3200400" algn="l" defTabSz="5842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200" b="1" i="0" u="none" strike="noStrike" cap="none" spc="0" normalizeH="0" baseline="0">
        <a:ln>
          <a:noFill/>
        </a:ln>
        <a:solidFill>
          <a:srgbClr val="53585F"/>
        </a:solidFill>
        <a:effectLst/>
        <a:uFillTx/>
        <a:latin typeface="Proxima Nova"/>
        <a:ea typeface="Proxima Nova"/>
        <a:cs typeface="Proxima Nova"/>
        <a:sym typeface="Proxima Nova"/>
      </a:defRPr>
    </a:lvl8pPr>
    <a:lvl9pPr marL="0" marR="0" indent="3657600" algn="l" defTabSz="5842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200" b="1" i="0" u="none" strike="noStrike" cap="none" spc="0" normalizeH="0" baseline="0">
        <a:ln>
          <a:noFill/>
        </a:ln>
        <a:solidFill>
          <a:srgbClr val="53585F"/>
        </a:solidFill>
        <a:effectLst/>
        <a:uFillTx/>
        <a:latin typeface="Proxima Nova"/>
        <a:ea typeface="Proxima Nova"/>
        <a:cs typeface="Proxima Nova"/>
        <a:sym typeface="Proxima Nov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AEAEA"/>
          </a:solidFill>
        </a:fill>
      </a:tcStyle>
    </a:band2H>
    <a:firstCol>
      <a:tcTxStyle b="on" i="off">
        <a:font>
          <a:latin typeface="Proxima Nova"/>
          <a:ea typeface="Proxima Nova"/>
          <a:cs typeface="Proxima Nova"/>
        </a:font>
        <a:srgbClr val="4CA5D2"/>
      </a:tcTxStyle>
      <a:tcStyle>
        <a:tcBdr>
          <a:left>
            <a:ln w="12700" cap="flat">
              <a:noFill/>
              <a:miter lim="400000"/>
            </a:ln>
          </a:left>
          <a:right>
            <a:ln w="50800" cap="flat">
              <a:solidFill>
                <a:srgbClr val="03A8D6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roxima Nova Medium"/>
          <a:ea typeface="Proxima Nova Medium"/>
          <a:cs typeface="Proxima Nova Medium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50800" cap="flat">
              <a:solidFill>
                <a:srgbClr val="0BA8D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4CA5D2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50800" cap="flat">
              <a:solidFill>
                <a:srgbClr val="03A8D6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AEAEA"/>
          </a:solidFill>
        </a:fill>
      </a:tcStyle>
    </a:band2H>
    <a:firstCol>
      <a:tcTxStyle b="off" i="off">
        <a:font>
          <a:latin typeface="Proxima Nova Medium"/>
          <a:ea typeface="Proxima Nova Medium"/>
          <a:cs typeface="Proxima Nova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8ABA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Proxima Nova Medium"/>
          <a:ea typeface="Proxima Nova Medium"/>
          <a:cs typeface="Proxima Nova Medium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008ABA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ADEFF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AEAEB"/>
          </a:solidFill>
        </a:fill>
      </a:tcStyle>
    </a:band2H>
    <a:firstCol>
      <a:tcTxStyle b="off" i="off">
        <a:font>
          <a:latin typeface="Proxima Nova Medium"/>
          <a:ea typeface="Proxima Nova Medium"/>
          <a:cs typeface="Proxima Nova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390196"/>
              <a:satOff val="16169"/>
              <a:lumOff val="-19584"/>
            </a:schemeClr>
          </a:solidFill>
        </a:fill>
      </a:tcStyle>
    </a:firstCol>
    <a:lastRow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ff" i="off">
        <a:font>
          <a:latin typeface="Proxima Nova Medium"/>
          <a:ea typeface="Proxima Nova Medium"/>
          <a:cs typeface="Proxima Nova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312616"/>
              <a:satOff val="21048"/>
              <a:lumOff val="-29411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>
          <a:latin typeface="Proxima Nova Medium"/>
          <a:ea typeface="Proxima Nova Medium"/>
          <a:cs typeface="Proxima Nova Medium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D238"/>
          </a:solidFill>
        </a:fill>
      </a:tcStyle>
    </a:firstCol>
    <a:lastRow>
      <a:tcTxStyle b="off" i="off">
        <a:font>
          <a:latin typeface="Proxima Nova Medium"/>
          <a:ea typeface="Proxima Nova Medium"/>
          <a:cs typeface="Proxima Nova Medium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F7EA"/>
          </a:solidFill>
        </a:fill>
      </a:tcStyle>
    </a:lastRow>
    <a:firstRow>
      <a:tcTxStyle b="off" i="off">
        <a:font>
          <a:latin typeface="Proxima Nova Medium"/>
          <a:ea typeface="Proxima Nova Medium"/>
          <a:cs typeface="Proxima Nova Medium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A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219922"/>
              <a:satOff val="-56679"/>
              <a:lumOff val="-26479"/>
            </a:schemeClr>
          </a:solidFill>
        </a:fill>
      </a:tcStyle>
    </a:firstCol>
    <a:lastRow>
      <a:tcTxStyle b="off" i="off">
        <a:font>
          <a:latin typeface="Proxima Nova Medium"/>
          <a:ea typeface="Proxima Nova Medium"/>
          <a:cs typeface="Proxima Nova Medium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AEBEB"/>
          </a:solidFill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228106"/>
              <a:satOff val="-38633"/>
              <a:lumOff val="-1788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roxima Nova"/>
          <a:ea typeface="Proxima Nova"/>
          <a:cs typeface="Proxima Nov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wholeTbl>
    <a:band2H>
      <a:tcTxStyle/>
      <a:tcStyle>
        <a:tcBdr/>
        <a:fill>
          <a:solidFill>
            <a:srgbClr val="BBBBBB"/>
          </a:solidFill>
        </a:fill>
      </a:tcStyle>
    </a:band2H>
    <a:firstCol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lastRow>
    <a:firstRow>
      <a:tcTxStyle b="on" i="off">
        <a:font>
          <a:latin typeface="Proxima Nova"/>
          <a:ea typeface="Proxima Nova"/>
          <a:cs typeface="Proxima Nov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55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2109 19833,'-35'33'661,"1"2"0,2 2 1,2 0-1,2 2 0,-26 46 0,52-81-506,-1 0 42,1 0-1,0 1 0,0 0 1,-3 9-1,5-14-171,0 1 0,0 0 1,0-1-1,0 1 0,-1-1 0,1 1 1,1 0-1,-1-1 0,0 1 0,0 0 0,0-1 1,0 1-1,0-1 0,0 1 0,1-1 0,-1 1 1,0 0-1,0-1 0,1 1 0,-1-1 0,0 1 1,1-1-1,-1 1 0,1-1 0,-1 0 0,1 1 1,-1-1-1,1 1 0,-1-1 0,1 0 1,-1 1-1,1-1 0,-1 0 0,1 0 0,-1 1 1,1-1-1,0 0 0,-1 0 0,1 0 0,-1 0 1,1 0-1,0 0 0,-1 0 0,1 0 0,-1 0 1,1 0-1,0 0 0,-1 0 0,1-1 0,1 1 1,14-3 166,0 0 0,0-1 0,0 0 0,0-2 0,-1 1 0,19-11 0,4-1 0,150-70 251,68-45-219,970-569-45,111-81-1518,-1308 766 1261,271-157-895,-18-12 316,-277 182 652,8-6 0,1-1 1,-2 0-1,1 0 0,-2-2 1,1 1-1,-1-1 0,11-17 1,-21 27 11,1-1 1,-1 1 0,0-1 0,1 1 0,-1-1-1,0 0 1,-1 1 0,1-1 0,0 0-1,-1 0 1,1 0 0,-1 1 0,0-1 0,0 0-1,-1-5 1,1 7-2,-1-1 1,1 1-1,-1-1 0,0 1 1,0-1-1,0 1 1,0-1-1,0 1 0,0 0 1,0 0-1,0 0 0,0-1 1,-1 1-1,1 0 0,0 0 1,-1 1-1,1-1 1,-1 0-1,1 0 0,-1 1 1,1-1-1,-1 1 0,0-1 1,1 1-1,-1 0 0,-2-1 1,-36-2 58,-1 1-1,1 2 1,-47 6 0,-35 1-12,51-7-37,-79-1 77,146 1-46,1-1 0,-1 0 0,1 0-1,0 0 1,-1 0 0,1-1 0,0 0-1,0 1 1,0-1 0,0 0 0,0 0-1,1-1 1,-1 1 0,1 0 0,-1-1 0,1 0-1,-2-2 1,3 3-26,-1 1 0,1 0-1,0-1 1,1 1 0,-1-1 0,0 1 0,0-1-1,1 1 1,-1-1 0,1 1 0,-1-1 0,1 0-1,0 1 1,-1-1 0,1 0 0,0 1 0,0-1 0,0 0-1,0 1 1,1-1 0,-1 0 0,0 1 0,1-1-1,-1 1 1,1-1 0,-1 0 0,1 1 0,0-1-1,0 1 1,0 0 0,0-1 0,0 1 0,0 0-1,0-1 1,0 1 0,3-2 0,1 0-8,0 0 0,0 0 0,1 0 0,-1 1 0,1 0 0,0 0 0,-1 0 0,1 1 0,10-1 0,61-2 56,-52 4-41,43-1 15,129 14 1,-176-10-39,-1 1 1,0 1 0,0 0-1,0 1 1,-1 2 0,0 0-1,0 1 1,-1 0 0,-1 2-1,32 24 1,-43-30 11,0 1-1,0 0 1,0 0 0,-1 0-1,0 1 1,-1 0 0,1 0-1,-1 0 1,-1 0 0,1 1 0,-1 0-1,-1-1 1,3 11 0,-3-7 15,-1 1 1,0-1-1,-1 0 1,0 0-1,0 0 1,-2 0-1,1 1 1,-6 17-1,-5 5 16,-1-1-1,-1-1 1,-2 0-1,-2-1 0,-21 30 1,18-31-42,11-17-55,1 1-1,0 0 0,1 1 0,-8 18 0,16-32-4,0-1-1,0 1 0,0-1 1,-1 1-1,1 0 0,0-1 1,0 1-1,0 0 1,0-1-1,0 1 0,0-1 1,0 1-1,0 0 0,1-1 1,-1 1-1,0 0 1,0-1-1,0 1 0,1-1 1,-1 1-1,0-1 0,1 1 1,-1 0-1,0-1 1,1 1-1,-1-1 0,1 0 1,-1 1-1,1-1 0,-1 1 1,1-1-1,-1 0 1,1 1-1,-1-1 0,1 0 1,0 1-1,-1-1 0,1 0 1,-1 0-1,1 0 1,0 0-1,-1 0 0,1 1 1,0-1-1,-1 0 1,1 0-1,-1-1 0,2 1 1,35-3-5939,-35 3 5647,35-10-9471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56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32 286 16087,'-1'0'89,"-1"0"0,1 0 0,0 0 0,0 0 0,-1-1 0,1 1 0,0 0 0,0 0 0,-1-1 0,1 1 0,0-1 0,0 1 0,0-1 0,0 1 0,0-1-1,0 0 1,0 1 0,0-1 0,0 0 0,0 0 0,0 0 0,0 0 0,0-1 0,0 0 63,0 0 0,0 0 0,1 1 1,-1-1-1,1 0 0,0 0 0,0 0 0,-1 0 0,1 0 0,0 0 1,1 0-1,-1 0 0,1-3 0,0-1 87,1 1 0,-1-1 0,2 1 1,-1-1-1,0 1 0,1 0 0,0 0 0,0 0 1,6-6-1,5-3-42,1 1 1,1 1-1,0 0 0,1 1 1,0 1-1,1 1 1,27-11-1,0 3 54,91-20 0,-82 26-139,71-5 1,-100 15-89,0 0 0,0 2-1,0 0 1,0 2 0,29 7 0,-45-8-13,1 1 0,0 0 0,-1 1 0,0 0 1,0 1-1,0 0 0,-1 0 0,1 1 0,-1 0 0,0 0 0,-1 1 1,0 0-1,0 0 0,0 1 0,-1 0 0,0 0 0,-1 0 1,1 1-1,-2 0 0,1 0 0,-1 0 0,-1 1 0,0-1 0,0 1 1,-1 0-1,0 0 0,1 14 0,-2-5 49,-1 0 1,-1 1-1,-1-1 0,-1 0 0,0 0 1,-2 0-1,-8 26 0,-6 4 113,-38 70-1,-96 126 917,41-74-65,103-156-939,1-1-1,0 1 1,1 1 0,0-1 0,1 1-1,1 1 1,-4 23 0,8-39-77,1 1 0,0 0 1,0-1-1,-1 1 0,1 0 1,0-1-1,1 1 0,-1 0 1,0-1-1,0 1 0,1-1 1,-1 1-1,1 0 0,-1-1 1,1 1-1,0-1 0,0 1 1,0-1-1,-1 1 0,1-1 1,1 0-1,-1 0 0,0 1 1,0-1-1,0 0 0,1 0 1,-1 0-1,0 0 0,1 0 1,-1-1-1,1 1 0,-1 0 1,1-1-1,-1 1 0,1-1 1,0 1-1,3 0 0,6 0 51,1 0-1,0-1 1,0 0-1,19-3 1,-29 3-49,49-8 65,-2-2 0,0-2 0,0-3 0,50-21 0,-23 8-18,520-207 252,-560 218-281,-1-2 0,-1-2 0,-1-1-1,48-43 1,-73 58-41,-1 0 0,0 0 0,0 0 0,8-14 0,-13 19-191,-1 1 1,0-1-1,0 0 0,0 0 1,0 0-1,0 0 1,-1 0-1,1 0 1,-1 0-1,1 0 0,-1 0 1,0 0-1,1 0 1,-1-1-1,0 1 1,0 0-1,-1 0 0,1 0 1,0 0-1,-1 0 1,0 0-1,1 0 1,-1 0-1,0 0 0,0 0 1,0 0-1,-2-3 1,-11-9-6502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54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3167 21626,'-13'13'160,"-108"110"896,108-110-299,7-11 876,7-5-1498,0 0 0,0 0 0,0 0 0,0 0 0,1 0 0,-1 1 0,1-1 0,2-3 0,70-104 397,-29 46-400,84-119 132,60-70-125,757-868 40,-769 938-181,563-596-12,-415 433-18,-303 322 27,-1-1 0,-1 0 1,27-46-1,-46 70 5,0 0 1,-1 0-1,1 0 1,-1 0-1,1-1 1,-1 1-1,1 0 0,-1 0 1,0-1-1,1 1 1,-1 0-1,0-1 1,0 1-1,0 0 1,0 0-1,0-3 0,-1 4 2,1-1 0,0 1 0,-1-1 0,1 1 0,-1-1 0,1 1 0,0-1 0,-1 1 0,1-1 0,-1 1 0,1 0 0,-1 0 0,1-1 0,-1 1 0,1 0 0,-1-1 0,0 1 0,1 0 0,-1 0 0,1 0 0,-1 0 0,1 0 0,-1 0 0,-1 0-1,-3 0 7,-1 1 0,1-1 0,-1 1 0,1 1 0,0-1 0,-9 5 0,-11 5 0,1 2-1,-38 27 1,19-12 4,-461 267 41,56-59-26,414-217-27,10-5 9,-1-1 1,0-1 0,0-1-1,-34 9 1,58-19-9,0-1 0,0 0 1,0 0-1,0 1 0,0-1 1,0 0-1,1 0 1,-1 0-1,0 0 0,0 0 1,0 0-1,0 0 0,0-1 1,0 1-1,0 0 0,0 0 1,-1-1-1,2 0 1,-1 1-1,1 0 1,0-1 0,0 1-1,0-1 1,0 1 0,-1 0-1,1-1 1,0 1 0,0-1-1,0 1 1,0-1 0,0 1-1,0 0 1,0-1-1,0 1 1,0-1 0,1 1-1,-1-1 1,0 1 0,0 0-1,0-1 1,0 1 0,0-1-1,1 1 1,-1-1 0,23-30 71,-20 28-71,49-53 1,2 2 0,121-91 0,140-65 1,121-31-49,-420 233 48,1 0 0,-1 2 0,2 0 0,-1 1 0,1 0 1,23-2-1,-36 7-3,0-1 0,0 1 1,0 0-1,0 1 0,0-1 0,0 1 1,0 0-1,0 0 0,0 1 1,0 0-1,0-1 0,-1 1 0,1 1 1,-1-1-1,1 1 0,-1 0 0,0 0 1,0 0-1,0 0 0,0 1 1,-1 0-1,0-1 0,1 1 0,-1 0 1,-1 1-1,5 6 0,1 8 43,0 0 1,-1 0-1,-1 0 0,-1 1 0,6 40 0,0 109 229,-10-133-221,6 302 387,7 163-161,-12-477-275,0-1 0,1 1 0,8 25 0,-10-44-330,1 1 0,0 0 0,0-1 0,1 1 0,-1-1 0,1 0 0,0 0 0,1 0 0,-1 0 0,1-1 0,0 1 0,0-1 0,1 0 0,-1 0 0,1-1 0,0 1 0,6 3 0,19 2-6740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54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28 18681,'-6'-3'776,"4"1"-705,-26-16 877,27 17-821,-1 1 1,1-1-1,-1 0 1,1 1-1,-1-1 1,1 1-1,-1 0 0,1-1 1,-1 1-1,1 0 1,-1 0-1,1 0 1,-1 0-1,1 0 1,-1 1-1,0-1 1,1 0-1,-1 1 1,1-1-1,-1 1 1,-1 0-1,-1 3-21,1 0 1,-1 1 0,1-1-1,0 1 1,1-1-1,-1 1 1,1 0-1,0 0 1,0 0-1,0 0 1,1 1-1,-2 8 1,-1 13 209,1 1 0,2 0 0,3 54 1,-2-67-224,8 86 240,4 0 0,34 136 0,76 196 374,-39-147 1,-70-237-661,0 1 97,2 1-1,37 83 1,-40-116-124,-12-18-19,0 0 0,0 0 0,0 1 0,0-1 0,0 0 0,0 0 0,0 0 0,1 0 0,-1 0 0,0 0 0,0 0 0,0 0 0,0 0 0,0 0 0,0 0 0,1 0 0,-1 0 0,0 1 0,0-1 0,0 0 0,0 0 0,0 0 0,1 0 0,-1 0 0,0-1 0,0 1 0,0 0 0,0 0 0,0 0 0,1 0 0,-1 0 0,0 0 0,0 0 0,0 0 0,0 0 0,0 0 0,1 0 0,-1 0 0,0 0 0,0-1 0,0 1 0,0 0 0,0 0 0,0 0 0,0 0 0,0 0 0,0 0 0,0-1 0,1 1 0,-1 0 0,0 0 0,0 0 0,0 0 0,2-42 183,-20-242 89,-20-3-283,30 233 33,-51-295 24,10 69-19,48 267 30,-2 0 1,0 0 0,0 0-1,-10-23 1,8 30 49,3 10-76,1 16-33,3 1-9,1 0 1,9 34 0,-1-3-17,36 152-1551,-11-71-3830,-13-60-2586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02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218 100 15751,'-8'3'82,"0"0"0,0 1 0,0 0 0,-13 9 0,-9 4-30,16-11-33,9-4 10,0 0-1,1 0 1,-1 1-1,1-1 1,-1 1-1,-5 5 1,21-7 1851,54-4-1205,79-15 0,-29 3-651,-40 7-20,257-15 72,-321 25-72,-16 3 4,-20 4 28,-293 68 207,126-36-64,186-39-162,-53 13 364,-1-3 0,-83 7 0,142-19-331,0 1 0,0-1-1,-1 0 1,1 0-1,0 0 1,0 0-1,0 0 1,0 0-1,0 0 1,-1-1-1,1 1 1,0 0 0,0-1-1,0 1 1,0 0-1,0-1 1,0 1-1,0-1 1,0 0-1,0 1 1,0-1 0,0 0-1,0 0 1,1 1-1,-2-2 1,2 0-11,0 1-1,1 0 1,-1 0 0,0 0 0,1 0 0,-1 0-1,0 0 1,1 0 0,-1 0 0,1 0 0,0 0-1,-1 0 1,1 0 0,0 0 0,0 0 0,0 0-1,-1 1 1,1-1 0,0 0 0,0 1 0,0-1-1,0 0 1,0 1 0,0-1 0,2 0 0,22-12 54,1 2 1,48-17-1,60-8-93,-76 22 21,513-98 43,-553 109-60,1-1 0,0 0 0,27-11 0,-37 8 12,-9 7-16,0 0 0,0 0 1,0 0-1,0 0 0,0 0 0,0 0 0,0 0 0,0-1 1,0 1-1,0 0 0,0 0 0,0 0 0,1 0 1,-1 0-1,0 0 0,0-1 0,0 1 0,0 0 0,0 0 1,0 0-1,-1 0 0,1 0 0,0-1 0,0 1 1,0 0-1,0 0 0,0 0 0,0 0 0,0 0 0,0 0 1,0-1-1,0 1 0,0 0 0,0 0 0,0 0 1,-1 0-1,1 0 0,0 0 0,0 0 0,0 0 0,0 0 1,0 0-1,-1-1 0,-3 0-8,-1 1 0,0-1 1,1 1-1,-1 0 0,0 0 0,0 0 1,1 1-1,-1 0 0,0-1 0,1 2 1,-1-1-1,-6 3 0,-7 1-88,-113 25-4176,71-16-1256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04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15223,'0'0'595,"0"-8"-536,1-27-30,2 26 27,1 9-30,3 7 1,-4-2 60,-1 1-1,0-1 0,0 0 0,-1 1 0,2 8 1,7 21 716,25 65 598,-3 1 1,27 157 0,-16 47 226,32 183 673,-20-279-1440,-8-36-156,-39-133-618,41 181 373,-38-189-388,-9-26-47,1 1 0,-1 0 0,0-1 0,-1 1 0,2 14 0,-3-20 7,-4-15-48,-20-38-3477,-21-72 1,21 44-3594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05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58 12662,'0'0'339,"0"-6"-251,0 4-88,0 0 1,-1-1-1,1 1 1,0 0 0,0 0-1,-1 0 1,0 0-1,1 0 1,-1 0-1,0 0 1,0 0 0,0 0-1,0 0 1,0 1-1,0-1 1,-1 0-1,1 1 1,-1-1 0,1 1-1,-1-1 1,1 1-1,-1-1 1,0 1-1,0 0 1,0 0 0,0 0-1,1 0 1,-1 1-1,0-1 1,-1 0-1,1 1 1,0-1 0,0 1-1,0 0 1,0 0-1,0-1 1,0 2-1,-1-1 1,1 0 0,0 0-1,-3 2 1,0-1 8,1 0 0,-1 1 0,1 0 0,0 0 0,0 0 0,0 1 0,0-1 0,0 1 0,0 0 0,1 0 0,-1 0 0,1 1 0,-5 6 0,-5 8 8,-19 33 0,18-26-1,-110 192 208,3-18 2732,119-195-2934,0-1 0,0 0 0,0 1 0,0-1 0,1 1-1,0-1 1,0 1 0,-1 5 0,-2-59 1902,4 37-1908,2 1 1,-1-1 0,2 1-1,0-1 1,0 1 0,1 0-1,0 0 1,8-13 0,55-88 123,-50 87-110,70-88 270,-59 80 171,-21 26-313,0-1 0,1 1-1,0 1 1,0-1 0,1 2 0,18-12 0,-27 18-150,1-1 0,0 1 0,-1 0 0,1 0 1,-1 0-1,1 0 0,0 0 0,-1 0 0,1 0 1,0 0-1,-1 0 0,1 0 0,-1 0 1,1 0-1,0 0 0,-1 0 0,1 1 0,0-1 1,-1 0-1,1 0 0,-1 1 0,1-1 1,-1 1-1,1-1 0,-1 0 0,1 1 0,-1-1 1,1 1-1,-1-1 0,0 1 0,1-1 1,-1 1-1,1 0 0,10 23 166,-9-19-118,6 19 26,-1 1 0,-1 0 0,5 46-1,-8-45-47,1-1-1,2 1 0,0-1 0,10 25 1,-16-48-26,1-1 1,0 1-1,-1-1 1,1 1-1,0-1 1,0 1 0,0-1-1,0 1 1,0-1-1,0 0 1,0 0-1,1 0 1,-1 1 0,0-1-1,1 0 1,-1-1-1,1 1 1,2 1-1,-3-2 14,0 0-1,0 0 1,0 0-1,1 0 1,-1 0-1,0-1 0,0 1 1,1 0-1,-1-1 1,0 1-1,0-1 1,0 1-1,0-1 0,0 1 1,0-1-1,0 0 1,0 0-1,0 1 1,0-1-1,0 0 1,0 0-1,-1 0 0,1 0 1,0 0-1,-1 0 1,1 0-1,0-2 1,8-12 364,12-32-1,-16 36-260,0-1-1,0 0 1,2 1-1,-1 0 0,10-12 1,-14 21-116,0 1 0,0 0 1,1-1-1,-1 1 0,0 0 1,0 0-1,1 0 0,-1 0 0,0 1 1,1-1-1,-1 1 0,1-1 1,-1 1-1,4 0 0,44 1-7,-27 0 22,50-1-117,-72 1 101,-1 1 1,0-1 0,0 1 0,0-1-1,0 1 1,0-1 0,0 0 0,0 1-1,0-1 1,-1 3 0,-84-16 135,-171 12-211,245 1 65,0 1 0,-1 0 0,1 0 0,0 2 0,1-1 0,-1 1 0,1 0 0,-1 1 0,1 1 0,-9 6 0,-16 12-11,-41 36 0,68-53 13,-14 12-2,2 0 0,0 2 0,-19 24-1,31-35 3,1 0 0,1 1-1,-1-1 1,2 1-1,0 1 1,0-1-1,1 1 1,0 0-1,-3 19 1,7-21 13,7-25 198,1 4-142,23-53-21,5-13 45,67-105 0,-88 160-20,0 1 0,2 0 0,0 2 0,2 0 0,0 0-1,0 2 1,2 0 0,0 2 0,26-15 0,-35 24-12,-1 1-1,1 0 0,1 0 0,-1 1 0,0 1 0,24-3 0,-29 5-51,0 0 0,0 1 0,0 0 0,0 1 0,0-1 0,0 1 0,0 1 0,0-1 0,0 1 0,-1 0 0,1 1 0,-1 0 0,11 6 0,11 11 11,49 47 0,-21-17-9,-36-33-2,0 0 0,-1 2 0,-1 0 0,27 37 0,-42-64-958,-2-6-212,-2-11-3815,-2-4-5703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07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30 205 8500,'-25'-4'1914,"21"1"255,17 2-1250,72 1-281,306-13 205,406-103-406,-751 108-389,176-18 139,-221 26-176,-1 0 0,1 0 0,0 0 0,0 0 0,-1 0 0,1 0 0,0 0 0,-1 0 0,1-1 0,0 1 0,0 0 0,-1 0 0,1-1 0,0 1 0,-1-1 0,1 1 0,-1 0 0,2-2 0,-2 2 14,0 0 1,0-1-1,0 1 1,0 0-1,0-1 0,0 1 1,0 0-1,0-1 1,0 1-1,0-1 1,0 1-1,0 0 0,0-1 1,0 1-1,0 0 1,0-1-1,0 1 0,-1 0 1,1-1-1,0 1 1,0 0-1,0-1 1,-1 1-1,1 0 0,0-1 1,-2-1 16,0 1 1,1-1 0,-1 1 0,0-1-1,0 1 1,0-1 0,0 1-1,0 0 1,-3-1 0,3 1 1,-1 0 1,1 1 0,-1-1 0,1 1-1,-1-1 1,0 1 0,1 0 0,-5 0-1,6 0-105,0 0-1,1 1 1,-1-1 0,0 0-1,0 0 1,1 1-1,-1-1 1,1 0 0,-1 1-1,0-1 1,1 0-1,-1 1 1,1-1 0,-1 1-1,1-1 1,-1 1-1,0 0 1,-2 10-3484,3-3-4165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08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 5971,'0'-14'4861,"25"15"-2825,28 5 0,-34-3-1671,0 0-1,0-2 1,37-2-1,-2-6-86,126-11 303,-88 14-471,358-31 146,-380 26-192,110-20 805,-180 29-821,1 0-1,0-1 1,0 1-1,-1 0 0,1 0 1,0 0-1,-1 0 1,1-1-1,0 1 0,-1 0 1,1-1-1,-1 1 0,1 0 1,0-1-1,-1 1 1,1-1-1,-1 1 0,1-1 1,-1 1-1,1-1 0,-1 0 1,0 1-1,1-1 1,-1 1-1,1-2 0,-1 1-28,-1 1-1,1-1 0,0 1 0,0-1 1,-1 1-1,1-1 0,0 1 0,-1-1 1,1 1-1,-1 0 0,1-1 1,0 1-1,-1 0 0,1-1 0,-1 1 1,1 0-1,-1-1 0,1 1 0,-1 0 1,1 0-1,-1-1 0,1 1 0,-1 0 1,1 0-1,-1 0 0,0 0 1,1 0-1,-1 0 0,1 0 0,-2 0 1,-59-1-1663,51 0-3569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09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16536,'6'-10'326,"-3"5"-202,0 0 0,0 1 0,1-1 1,6-6-1,-9 10-113,-1 1 0,1-1-1,-1 1 1,1 0 0,-1-1 0,1 1 0,-1 0 0,1-1 0,0 1 0,-1 0-1,1 0 1,-1-1 0,1 1 0,0 0 0,-1 0 0,1 0 0,0 0 0,-1 0 0,1 0-1,-1 0 1,1 0 0,0 0 0,-1 0 0,1 0 0,0 0 0,-1 1 0,1-1-1,-1 0 1,1 0 0,0 1 0,-1-1 0,1 0 0,-1 1 0,1-1 0,-1 1-1,1-1 1,-1 0 0,0 1 0,1-1 0,-1 1 0,1 0 0,-1-1 0,0 1-1,1-1 1,-1 1 0,0-1 0,0 1 0,0 0 0,1-1 0,-1 1 0,11 28 392,-1 0-1,10 45 1,-13-46-189,107 469 2070,-2-10 402,-6-62 102,-103-410-2620,-7-21 46,-9-13-300,-50-51-4703,26 34-3177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20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13638,'0'-8'264,"0"5"-31,-1 0 0,1 1 0,0-1-1,1 0 1,-1 0 0,0 0 0,1 0 0,0 0-1,-1 1 1,1-1 0,2-4 0,0 3 957,1-1 269,0 15-1112,17 49 80,-3-11 143,127 436 2576,-17-49-1952,27-11-278,-109-322-570,27 72 279,-65-150-533,-1 0-1,-2 1 0,0-1 0,-2 1 0,2 38 0,-5-61-89,0-1 0,0 0 0,0 1 0,0-1 0,0 1 0,0-1 0,0 0 0,-1 1 0,1-1 0,0 0 0,-1 1 0,1-1-1,-1 0 1,1 1 0,-1-1 0,0 0 0,1 0 0,-1 0 0,0 0 0,0 0 0,0 1 0,0-2 0,0 1 0,0 0 0,0 0 0,0 0 0,-1 0 0,1-1-1,0 1 1,0 0 0,-1-1 0,1 1 0,0-1 0,-1 0 0,1 1 0,0-1 0,-1 0 0,1 0 0,0 0 0,-1 0 0,1 0 0,-1 0 0,1 0 0,0-1 0,-2 1-1,-3-2-13,-1 1 0,1-1 0,0-1-1,0 1 1,0-1 0,0 0-1,1 0 1,-11-8 0,0-4-428,1 0 0,0-1 0,1 0 0,0-2 0,-12-21 0,11 17-284,-47-71-4327,7 0-3475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20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1 17912,'0'0'643,"-15"19"-616,3-4-25,-12 16 1,1 1 0,-21 40 0,-18 34 154,-31 58 310,59-100-222,-65 91 1,83-140-40,16-14-187,-1-1 1,1 0 0,0 0-1,-1 0 1,1 1 0,0-1-1,-1 0 1,1 0 0,0 0-1,-1 0 1,1 0 0,-1 0-1,1 0 1,0 0-1,-1 0 1,1 0 0,-1 0-1,1 0 1,0 0 0,-1 0-1,1 0 1,0 0 0,-1 0-1,1-1 1,-1 1 0,1 0-1,0 0 1,-1 0 0,1-1-1,0 1 1,0 0-1,-1 0 1,1-1 0,0 1-1,-1 0 1,1-1 0,0 1-1,0 0 1,0-1 0,-1 1-1,1 0 1,0-1 0,0 1-1,0-1 1,0 1 0,0 0-1,0-1 1,0 1-1,0 0 1,0-1 0,0 1-1,0-1 1,0 1 0,0 0-1,0-1 1,0 0 0,-2-19 40,1 0 1,1-1-1,1 1 1,1 0 0,1-1-1,8-30 1,2 4-9,32-76 0,-36 102 116,2 0 1,0 1 0,1 0-1,1 0 1,0 2-1,2-1 1,29-27-1,-29 32-6,1 2-1,0 0 0,1 1 1,0 0-1,1 1 0,0 2 0,0-1 1,1 2-1,26-7 0,-5 5 46,1 2 0,0 1 0,0 3 0,51 1 0,-80 3-263,0 0-1,1 0 0,-1 2 0,0-1 1,0 2-1,0 0 0,18 8 0,38 25-6380,-33-17-3922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22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0 250 16504,'14'0'1171,"0"-2"1,23-4 0,76-25-170,-44 11-555,47-9-162,1 5-1,0 5 0,223-6 0,-416 40-239,-458 68 2607,491-72-2281,-40 6 590,458-80-306,-252 40-595,187-43-37,-52 9 47,-152 47-211,-106 10 52,-18 2-944,0 0 0,0 1 0,0 2 0,1-1-1,0 2 1,0 0 0,-25 14 0,-4 0-3086,-19 5-6787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23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18585,'1'0'64,"0"1"0,0-1 0,0 1 0,-1 0 0,1-1 0,0 1 0,0 0 1,-1-1-1,1 1 0,-1 0 0,1 0 0,0 0 0,-1 0 0,1 0 1,-1-1-1,0 1 0,1 0 0,-1 0 0,0 0 0,0 0 0,0 0 0,1 0 1,-1 0-1,0 2 0,1 4 61,42 236 1384,-33-168-990,20 142 593,40 249 350,-43-315-1353,131 639 1204,-145-743-1256,-6-21-20,0 0 0,-2 0 1,4 51-1,-24-90-75,-78-120-4227,38 53-2912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23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0 10949,'0'0'2553,"-16"24"-2318,-8 13-136,-69 101 864,66-101-446,-2-2 1,-1-1-1,-2-1 1,-1-2 0,-1-1-1,-57 39 1,90-69-478,0 1 1,0 0-1,0-1 1,0 1 0,1-1-1,-1 1 1,0-1-1,0 0 1,0 1-1,0-1 1,0 0 0,0 0-1,0 1 1,0-1-1,0 0 1,0 0-1,0 0 1,0 0 0,0 0-1,-1-1 1,1 0 7,0 1 0,0-1 1,1 0-1,-1 0 1,1 1-1,-1-1 0,1 0 1,-1 0-1,1 0 0,-1 0 1,1 0-1,0 0 1,-1 0-1,1 0 0,0 0 1,0 0-1,0 0 1,0 0-1,0-1 0,0-3 14,0 0-1,0 0 0,1-1 0,-1 1 1,1 0-1,0 0 0,1 0 1,-1 0-1,1 0 0,0 1 0,1-1 1,-1 0-1,1 1 0,0 0 1,0-1-1,0 1 0,0 0 0,6-5 1,8-6 69,1 0 0,36-24 1,-38 29-111,37-26 327,2 3 1,60-27-1,-87 48-276,1 1-1,0 1 0,1 1 1,0 2-1,0 1 0,44-3 0,59 8-1354,-83 6-3479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1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489 2 15031,'0'0'624,"-8"0"267,3-1-699,0 1-1,1 0 1,-1 0-1,0 1 1,1-1-1,-1 1 1,1 0-1,-1 0 1,1 1-1,-1-1 1,1 1-1,0 0 1,-5 3-1,-21 15 263,0 2 0,2 1 0,1 0 0,1 3-1,1 0 1,1 1 0,1 2 0,1 0-1,2 1 1,2 1 0,-20 42 0,20-27-216,1 1 0,2 1 0,3 1 0,1-1 0,-5 69 1,3 251 167,13-340-382,2 0-1,0 0 1,2-1-1,1 1 1,16 48-1,-15-59-17,1-1 0,0 0 0,1 0 0,1-1-1,1 0 1,0-1 0,1 0 0,0 0 0,1-1 0,18 15 0,-16-17-4,0 0 1,0-1 0,1 0-1,1-2 1,0 1 0,0-2-1,0 0 1,1-1 0,0-1-1,0 0 1,0-1 0,1-1-1,-1-1 1,1-1 0,0 0-1,0-1 1,-1-1 0,21-3-1,-27 1-2,1 0 0,-1-1 0,0 0 0,0-1 0,0 0 0,-1 0 0,0-2-1,0 1 1,0-1 0,14-13 0,-14 9-12,1 0-1,-1 0 1,-1 0-1,0-1 0,-1-1 1,0 0-1,12-27 1,-18 34 11,0 0 0,0 0 1,0 0-1,-1-1 0,0 1 1,0-1-1,0 1 0,-1-1 1,0 1-1,0-1 0,-1 1 1,0 0-1,-2-10 0,-1 4 11,-1-1 0,-1 1 0,1 0 0,-2 1 1,-10-15-1,-29-33-6,32 42 17,-23-34-1,36 50-17,1 0 1,-1 0-1,0 0 0,1 0 1,-1 1-1,0-1 1,1 0-1,-1 0 0,0 0 1,0 1-1,0-1 0,0 1 1,0-1-1,0 1 0,0-1 1,0 1-1,0-1 1,0 1-1,-2-1 0,-5-1 101,23-8-67,8 0-14,467-183-17,-483 191-23,0 0-1,0 0 1,0 1-1,13 0 0,-19 2 17,-1-1-1,1 1 1,-1 0-1,1 0 1,-1 0-1,0-1 1,1 1-1,-1 0 1,0 0-1,0 0 1,0 0-1,0 0 1,0 0-1,0 0 1,0-1-1,0 1 1,0 0-1,0 2 1,-1-1 3,3 19 32,4 33 1,1 3 122,12 297 1041,-14-306-1102,1 0 0,17 57 0,-20-93-112,1 0-1,0-1 0,0 1 0,1-1 0,1 0 0,-1 0 0,2-1 0,12 17 0,-11-21 131,-4-5-1939,-3-12-17303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2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4914,'0'0'23883,"63"-14"-23739,-16-3-96,10 7 32,-5-2-80,-3 8-128,-10 0-528,-2 4-1009,-14 0-1808,-8 0-2018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9 7379,'0'0'11526,"-126"69"-9173,74-43-240,10-1-288,13-3-449,12-4-527,13-6-401,10-6-288,27-6-64,18-2-32,17-14-32,13-6 48,6-7-80,1 3-528,37-12-2274,-34 11-3745,-1 1-6146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3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976 0 21930,'0'0'3815,"-10"7"-3223,-14 9-375,2 0 0,-34 33 0,-46 56 30,25-25-139,-158 150 71,-48 47-139,189-171-16,81-91-22,2 1 0,0 0 1,1 1-1,-12 29 0,21-44-3,0 0 0,0 0 0,1 0 0,-1 0 0,1 0 0,-1 0 0,1 0 0,0 0 1,0 1-1,0-1 0,0 3 0,1-5 2,-1 1 1,0 0-1,0 0 0,1 0 1,-1 0-1,1-1 0,-1 1 0,1 0 1,-1 0-1,1-1 0,-1 1 1,1 0-1,0-1 0,-1 1 1,1-1-1,0 1 0,-1-1 1,1 1-1,1 0 0,3 0 27,-1 0-1,1 1 0,0-2 0,0 1 0,0 0 0,0-1 1,8-1-1,-5 1 30,263-13 1157,-199 4-1102,1 4-1,1 3 0,103 10 1,-147-3-126,0 2 0,0 0-1,-1 3 1,0 0 0,-1 2 0,0 1 0,-1 1 0,-1 1 0,47 35-1,-26-8-611,-33-28-602,1-1 0,20 13 0,-29-22-328,0 0 0,0-1 0,1 0 0,-1-1 0,13 4 0,10-3-12202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3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21514,'0'0'5368,"0"15"-4715,2 50-65,4 0 0,19 94-1,47 139-1,-51-219-478,-17-62-100,57 204 172,-43-168-134,2-1 0,31 57 0,-48-104-45,5 11 2,2 1 1,16 21 0,-24-35-4,0-1 1,0 1 0,1 0 0,-1-1 0,0 0-1,1 0 1,0 1 0,-1-1 0,1-1 0,0 1-1,0 0 1,0-1 0,0 1 0,0-1 0,0 0-1,1 0 1,-1 0 0,0-1 0,1 1 0,-1-1-1,4 0 1,-5 0 1,-1 0 0,1-1 0,0 1-1,0-1 1,0 1 0,-1-1 0,1 0-1,0 0 1,-1 0 0,1 0 0,-1 0-1,1 0 1,-1 0 0,0 0 0,1-1-1,1-1 1,16-32 65,-18 33-62,25-62 65,-2-1-1,-4-2 1,14-75 0,-26 106-37,89-565 194,-70 405-206,-27 154-7,0 35-115,0 0 1,0 0 0,0 0-1,2-8 1,-2 15 63,0 0 1,0 0-1,0 1 0,0-1 1,0 0-1,0 0 1,0 1-1,0-1 1,1 0-1,-1 0 1,0 0-1,0 1 1,0-1-1,0 0 0,0 0 1,0 0-1,1 1 1,-1-1-1,0 0 1,0 0-1,0 0 1,1 0-1,-1 0 0,0 0 1,0 1-1,0-1 1,1 0-1,-1 0 1,0 0-1,0 0 1,0 0-1,1 0 1,-1 0-1,0 0 0,0 0 1,1 0-1,-1 0 1,0 0-1,0 0 1,1 0-1,-1 0 1,0 0-1,0 0 0,0 0 1,1-1-1,-1 1 1,0 0-1,0 0 1,0 0-1,1 0 1,-1 0-1,0 0 1,0-1-1,0 1 0,0 0 1,1 0-1,-1 0 1,0-1-1,0 1 1,0 0-1,0 0 1,0 0-1,0-1 0,0 1 1,1 0-1,-1 0 1,0 0-1,0-1 1,0 1-1,33 60-9282,-15-30-2361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4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15591,'0'0'10946,"1"16"-9892,4 230 1003,2 97-1226,-3-184-723,6 50-441,-8-191-460,-1-14-799,2-21-8029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4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22746,'0'0'3095,"-8"24"-1884,-1 3-931,-5 14 189,-15 76-1,19-32-29,3 0 1,5 97-1,2-125-343,18 294 165,-16-333-239,5 37 19,-6-50-36,0-1 1,0 0 0,1 0 0,-1 0 0,1 0-1,0 0 1,0 0 0,0 0 0,5 5-1,-5-7 9,0 0-1,0-1 1,1 1-1,-1-1 0,1 0 1,-1 0-1,1 1 1,-1-2-1,1 1 0,0 0 1,-1-1-1,1 1 1,0-1-1,0 0 0,4 0 1,45-4 217,-8-5-77,82-29 0,-78 22-139,18-4-3,-15 5-4,82-36 1,-95 34-212,-24 12-110,-1-1 1,0-1-1,22-14 0,-34 20 133,0 0 1,0 1-1,0-1 0,0 0 1,0 0-1,-1 0 0,1-1 1,0 1-1,0 0 0,-1 0 0,1 0 1,-1 0-1,1-1 0,-1 1 1,0 0-1,1-1 0,-1 1 1,0 0-1,0-3 0,0 2-408,0 1 0,0 0 0,0 0 0,-1-1 0,1 1 0,-1 0 0,1 0 0,0 0 0,-1 0 0,0-1 0,1 1 0,-1 0 0,0 0 0,-1-1 0,-14-10-14901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4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0 173 18008,'0'0'8185,"9"4"-7510,2 0-577,-1-1 0,1 0 0,-1 0-1,1-2 1,0 1 0,0-1 0,0-1-1,0 0 1,16-2 0,109-20 256,-116 17-309,150-34 125,-128 27-232,-1-1 0,39-20 0,-75 32-66,-1-1 1,0-1 0,0 1-1,-1 0 1,1-1-1,5-4 1,-8 5-224,0 1 0,0 0 0,0-1-1,0 1 1,0-1 0,-1 1 0,1-1 0,0 0 0,-1 1 0,1-1 0,-1 0 0,1 1 0,-1-1 0,0 0 0,0 1 0,0-1 0,0 0 0,0 1 0,0-3 0,-3-9-8024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4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1 209 23595,'0'0'4482,"115"-45"-3826,-43 25-400,9-2-176,2 2-64,7-1-16,-11 3-112,1 0-592,7 0-1601,-19-1-3122,-17 11-6242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5:05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22506,'0'0'6377,"4"21"-5996,-1-11-333,-2-1-8,1 0 0,1 0 0,0-1 0,0 1 0,7 12 0,-7-17-20,0 1 0,0-2 0,0 1 0,0 0-1,1-1 1,-1 1 0,1-1 0,0 0 0,0 0 0,0-1-1,1 1 1,-1-1 0,1 0 0,-1 0 0,10 3 0,69 16 142,92 11 0,86-2-119,-148-19-2,-43-3-30,126 15-32,-143-14 22,80 23 0,-131-32-3,0 1 1,0-1-1,0 1 1,-1 0-1,1 0 1,0 0-1,0 0 1,-1 0-1,1 0 1,-1 0-1,1 1 1,2 2-1,-4-3 9,1 0 0,-1-1 0,1 1 0,-1 0 0,0 0 1,1 0-1,-1 0 0,0 0 0,0 0 0,1 0 0,-1 0 0,0 0 0,0 0 0,0 0 0,0-1 0,-1 1 0,1 0 0,0 0 0,-1 2 0,-1 1 57,0-1-1,0 1 1,0 0-1,-1-1 0,1 1 1,-1-1-1,0 0 1,0 0-1,0 0 0,-5 3 1,-31 21 458,0-1 0,-68 32 1,62-35-465,-129 66-4,-320 177-55,477-256 1,-13 8 0,0 0 0,-36 31 0,59-43 0,0 0 0,0 1 0,1 0 0,-1 0 0,1 0 0,1 1 0,0 0 0,0 0 0,0 0 0,1 0 0,0 1 0,-4 16 0,8-24-35,-1 0 1,1 0-1,0 1 0,0-1 1,0 0-1,0 1 0,0-1 1,0 0-1,0 1 0,1-1 1,-1 0-1,0 1 1,1-1-1,-1 0 0,1 0 1,-1 0-1,1 0 0,0 1 1,-1-1-1,1 0 0,0 0 1,0 0-1,0 0 0,0 0 1,0-1-1,0 1 0,0 0 1,0 0-1,0-1 0,0 1 1,0 0-1,1-1 1,-1 1-1,0-1 0,0 0 1,1 1-1,-1-1 0,0 0 1,1 0-1,-1 0 0,2 0 1,5 1-669,-1-1 0,0 0 0,0-1 0,1 0 0,-1 0 0,10-3 0,14-10-8640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39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5 295 17096,'0'0'552,"-4"-6"1905,4 6-2442,0 0 1,0-1-1,0 1 1,0 0-1,0 0 1,0 0-1,0 0 1,0 0-1,0-1 1,0 1-1,0 0 1,0 0-1,0 0 1,0 0-1,0-1 1,0 1-1,0 0 1,0 0-1,0 0 1,0 0-1,0-1 1,0 1-1,0 0 1,0 0-1,0 0 1,1 0-1,-1 0 1,0 0-1,0-1 1,0 1-1,0 0 1,0 0-1,0 0 1,0 0-1,1 0 1,-1 0-1,0 0 1,0 0 0,0 0-1,0-1 1,0 1-1,1 0 1,-1 0-1,0 0 1,0 0-1,0 0 1,0 0-1,0 0 1,1 0-1,-1 0 1,0 0-1,0 0 1,0 0-1,0 0 1,1 0-1,-1 0 1,0 1-1,240 35 3806,197-16-2489,0-36-864,-194 5-193,625-35 348,-42 1-525,-126 5-32,139-5-15,-127 28-32,697-13-3,-870 10 0,962 37 0,-340-3 2,-849-15-18,813 9 30,-583-38-14,-337 16 9,-117 10 393,-71 4-220,-14 0-123,1 0 0,0 0 0,-1 0 0,1-1 0,-1 1 0,8-3 0,11 3 95,-21 0-169,1 0 1,-1 1 0,1-1-1,-1 0 1,0 0 0,1 0-1,-1 0 1,1 0-1,-1 0 1,1 0 0,-1-1-1,1 1 1,-1 0 0,1-1-1,-1 1 1,0-1 0,1 0-1,-1 1 1,0-1 0,0 0-1,1 0 1,1-2 0,-6-3-234,0 3-444,-1-1 0,0 1 0,0 0 1,0 0-1,-1 0 0,-7-3 0,-15-9-6524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1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571 5 17128,'-11'-2'163,"-1"1"-1,0 0 1,0 1 0,0 0 0,1 0-1,-1 1 1,0 1 0,1 0 0,-1 1-1,1 0 1,-1 1 0,1 0-1,0 0 1,1 1 0,-1 1 0,1 0-1,0 0 1,1 1 0,-1 0 0,-8 10-1,-5 5 182,2 2 0,0 0 0,2 1 0,1 1-1,1 0 1,-17 37 0,5-4 4,3 2-1,3 0 1,2 2 0,-24 127 0,30-90-104,4 2 1,3 155 0,13-165-52,4-1 0,4 0 0,3-1-1,5-1 1,3 0 0,53 122 0,149 252 130,-190-398-383,3-1 1,3-2 0,78 88-1,-108-137-321,1 0 0,0-1 0,1 0 0,1-1 0,0-1 0,0 0 0,22 9 0,-14-9-1672,1-1 0,36 8 0,15-3-6012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2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25 106 15287,'0'0'2086,"0"7"-626,5 127 1122,-18 181 1,-3 62-1655,16-363-891,0 0 1,1 0-1,1 0 0,0 0 1,1-1-1,1 1 1,0-1-1,0 0 0,2 0 1,-1 0-1,2 0 0,0-1 1,0 0-1,14 16 0,-16-22-26,0 0 0,1 0 0,0 0 0,1-1 0,-1 0 0,1 0 0,0 0 0,0-1 0,0 0 0,1 0 0,-1-1 0,1 0 0,0-1 0,0 1 0,0-1 0,0-1 0,1 0 0,-1 0 0,0 0 0,1-1 0,-1 0 0,0-1 0,15-3 0,-11 1 23,-1-1-1,0 0 0,-1-1 0,1 0 0,-1-1 0,0 0 0,0-1 1,-1 0-1,0 0 0,0-1 0,-1 0 0,11-14 0,1-2 10,-2-2-1,0 0 0,22-46 1,-10 4-21,-2-3-1,-3 0 1,-4-1 0,21-122 0,-32 131-31,-2-1-1,-3 0 0,-3 0 1,-12-126-1,9 187-8,0-4-31,0 0 0,0 0 1,-1 0-1,-4-9 0,6 15-32,0 0 0,0 1 0,-1-1 0,1 0 1,0 1-1,-1-1 0,1 1 0,-1-1 0,1 0 1,-1 1-1,1-1 0,-1 1 0,1-1 1,-1 1-1,0-1 0,1 1 0,-1-1 0,1 1 1,-1 0-1,0 0 0,0-1 0,1 1 0,-1 0 1,0 0-1,0 0 0,1-1 0,-1 1 0,0 0 1,0 0-1,1 0 0,-1 0 0,0 0 0,0 1 1,1-1-1,-1 0 0,0 0 0,1 0 0,-1 1 1,0-1-1,0 0 0,1 1 0,-1-1 0,1 1 1,-1-1-1,0 0 0,1 1 0,-2 1 1,-15 17-4480,2 6-3003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2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13366,'0'0'6027,"-8"23"-4653,-1 2-948,1-7-118,2 1 0,0 1 0,1-1-1,1 1 1,-3 31 0,4-16-157,1 0 0,2-1 0,1 1 0,2 0 0,1 0 0,2-1 0,20 66 0,12-6-71,-39-97-33,1-1-1,-1 0 0,1 1 0,0-1 0,0 1 0,0-1 0,1-6 0,0-7 12,-1-29 135,-1-6-65,2 0 0,10-55-1,-9 92-112,1 0 0,0 1-1,2-1 1,0 1 0,0 0 0,1 0-1,1 0 1,0 1 0,1 0-1,0 1 1,19-21 0,-21 27-11,0 0 0,1 0 0,0 1 0,0 0 0,0 0 0,1 0 0,-1 1 0,1 1 0,0-1 1,0 1-1,13-3 0,-16 5 6,-1 0 0,1 1 0,-1-1 0,1 1 0,-1 0 0,1 0 0,0 0 0,-1 1 0,1 0 0,-1 0 0,0 0 0,1 0 0,-1 1 0,0-1 0,1 1 0,-1 0 1,0 1-1,-1-1 0,1 1 0,0-1 0,-1 1 0,6 6 0,0 2 68,-1 0 1,-1 0-1,0 0 1,0 1-1,-1 1 1,8 22-1,-5-6 36,11 56-1,-15-48-86,-1 40-1,-2-44-373,8 55 1,-9-82 54,0 0 0,1 0 1,0 0-1,0-1 0,1 1 0,-1-1 0,1 1 1,0-1-1,6 7 0,-4-7-1144,0 1 0,0-1 0,1 0 0,9 6 0,15 6-9348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3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485 711 16167,'0'0'838,"-18"-10"931,-59-30-422,72 38-1205,0 0 0,-1 0 0,0 0-1,1 1 1,-1 0 0,0 0 0,1 0 0,-1 1-1,0 0 1,0 0 0,0 0 0,0 1 0,1-1-1,-1 2 1,0-1 0,1 1 0,-7 2 0,-1 2 142,-1 1 0,2 1 1,-1 0-1,-19 18 1,12-10 78,2-2-9,0 1 0,2 0 0,0 1 0,1 1 0,-22 31-1,29-36-227,1 1-1,0 0 1,0 0-1,2 1 1,0 0-1,0 0 0,1 0 1,1 1-1,-3 24 1,6-35-124,0 1 1,0-1-1,0 1 1,0-1 0,1 1-1,-1-1 1,1 1-1,1-1 1,-1 1-1,0-1 1,1 0 0,0 0-1,0 0 1,0 0-1,1 0 1,3 5-1,-1-5-1,-1 1 0,1-1 0,1 1 0,-1-1 0,0-1 0,1 1 0,0-1 0,0 0 0,0 0 0,7 2 0,6 0 1,0 0-1,0-1 0,1-1 1,0-1-1,-1-1 0,29-2 1,-37 1-6,-1-1 0,1-1 0,-1 0 0,0 0 0,1-1 0,-1-1 0,0 0 0,-1 0 0,1 0-1,14-11 1,-13 7-2,0 0-1,-1-1 1,0-1 0,0 0-1,-1 0 1,-1 0-1,12-19 1,-6 2 5,0 0 0,-2-1 0,-1 0 1,-1-1-1,-2 0 0,10-59 0,2-83 49,-3-272 0,-17 439-42,-3-71 50,3 67 33,-1 0 1,-1 0-1,1 0 1,-1 0 0,-1 0-1,-3-8 1,6 16-76,0-1 0,0 1 0,0-1 0,0 1 0,-1 0-1,1-1 1,0 1 0,0 0 0,0-1 0,-1 1 0,1 0 0,0-1 0,0 1 0,-1 0 0,1-1 0,0 1 0,-1 0 0,1 0 0,0-1 0,-1 1 0,1 0 0,0 0 0,-1 0 0,1 0 0,-1-1 0,1 1 0,0 0 0,-2 0 0,-5 9 96,-2 26-168,8-29 94,-19 88 152,3 1 0,-7 175-1,24-230-174,-2 33 30,13 108 0,-8-160-42,0 0-1,2-1 1,0 0-1,1 0 1,1 0-1,1-1 1,1 0-1,1 0 1,23 33-1,-29-46-28,1 0 0,0 0 1,0 0-1,1-1 0,0 0 0,0 0 0,0 0 0,0-1 0,1 0 0,0 0 1,-1-1-1,2 0 0,-1 0 0,0 0 0,0-1 0,1 0 0,0-1 0,-1 0 0,1 0 1,0 0-1,-1-1 0,1 0 0,0-1 0,-1 0 0,1 0 0,0 0 0,-1-1 1,0 0-1,1-1 0,10-4 0,-7 1 4,-1-1 0,0 0 1,0 0-1,-1-1 0,0 0 1,0 0-1,-1-1 0,0 0 1,0-1-1,-1 0 0,0 0 0,-1-1 1,0 1-1,5-16 0,2-8 41,-1-1 0,-2-1 0,9-53 0,-11 46 237,-2-1 0,0-67 1,30 485-173,-31-317-80,-3-29-66,2 0-1,0-1 1,10 33-1,-14-59-38,1 1-1,-1-1 0,1 1 1,0 0-1,0-1 0,0 1 1,0-1-1,0 0 0,0 1 1,1 1-1,-1-3-109,-1 0 0,1 1 0,-1-1 0,1 0 0,0 0 0,-1 1 0,1-1 0,-1 0 0,1 0 0,0 0 0,-1 0 0,1 1 0,0-1 1,-1 0-1,1 0 0,0 0 0,-1-1 0,1 1 0,0 0 0,-1 0 0,1 0 0,-1 0 0,1-1 0,0 1 0,-1 0 0,1 0 0,-1-1 0,1 1 0,-1-1 0,2 0 0,9-12-8164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3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74 20249,'0'0'4418,"-2"-73"-3841,-2 73-673,4 20-401,0 0-2400,0-2-3314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3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17016,'0'0'1961,"18"9"-259,2 1-1235,-1-1-97,-1 0-1,-1 1 1,1 1 0,16 15 0,-12-7 256,0 1 0,-1 1 0,-1 1 1,29 40-1,-40-49-546,0 1 0,-2 0 0,1 0 0,-2 1 0,0 0 1,-1 0-1,0 0 0,-1 0 0,-1 1 0,2 20 0,-5-30-67,0 0 0,0 0 0,-1 1 0,1-1 0,-1 0 0,-1 0 0,1 0 0,-1 0 1,0 0-1,-1 0 0,1-1 0,-1 1 0,0-1 0,0 0 0,-1 1 0,0-2 0,0 1 0,0 0 0,0-1 0,-1 1 0,1-1 0,-1-1 0,0 1 0,-1-1 0,1 1 0,0-2 0,-8 4 1,12-6 0,0 1 0,0 0 0,-1-1 0,1 1 0,0-1 0,0 0 0,-1 0 0,1 1 0,0-1 0,-1 0 0,1 0 0,-1 0 0,1 0 0,0 0 0,-1-1 0,1 1 1,0 0-1,-1-1 0,1 1 0,0 0 0,0-1 0,-1 0 0,1 1 0,0-1 0,0 0 0,0 0 0,0 1 0,0-1 0,0 0 0,0 0 0,0 0 0,0 0 0,0 0 1,1-1-1,-1 1 0,0 0 0,1 0 0,-1 0 0,1-1 0,-1 1 0,1 0 0,-1-1 0,1 1 0,0-3 0,-2-7 71,1 0-1,0-1 1,1 1-1,2-17 1,-1 16-119,2-13 56,0 1 0,2-1 0,1 1-1,1 0 1,1 1 0,1 0 0,13-26-1,96-148-808,-112 189-499,0 0 0,0 1 0,10-10 0,-2 4-4687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1 211 19305,'0'0'3660,"25"5"-2891,83 19-372,-85-19-350,1-1 0,1-2 0,-1 0 0,48-4 0,-56 1-23,7 0 0,0-1 1,-1-1-1,24-7 0,-40 9-9,0-1-1,0 0 0,-1 0 0,1-1 0,0 1 1,-1-1-1,1 0 0,-1-1 0,0 1 0,0-1 0,-1 0 1,1 0-1,-1-1 0,0 1 0,0-1 0,4-6 1,-6 7 129,0-1 0,0 0 0,0 0 0,-1 0 0,0 0 0,0-1 1,0 1-1,-1 0 0,1 0 0,-1-1 0,-1 1 0,1 0 0,-1 0 0,0-1 1,0 1-1,-2-5 0,2 5-66,-1 1-1,1-1 1,-1 1 0,0 0 0,-1 0-1,1 0 1,-1 0 0,0 0 0,1 0-1,-2 1 1,1 0 0,0-1 0,-1 1-1,1 0 1,-1 1 0,0-1 0,-7-3-1,3 4-41,1-1 0,-1 1 0,0 1 0,0 0-1,0 0 1,0 0 0,0 1 0,0 0 0,0 1-1,1 0 1,-1 0 0,0 0 0,0 1 0,0 0-1,-7 4 1,-4 2 26,0 1 0,0 0 0,1 2 0,-23 16 0,28-17-39,0 1-1,1 0 1,0 1-1,1 0 0,0 1 1,1 0-1,1 1 1,0 0-1,0 0 1,2 1-1,0 0 0,0 0 1,2 1-1,-5 16 1,7-18-13,0-1 0,1 0 0,1 1 0,0-1 1,1 0-1,0 1 0,1-1 0,1 1 1,0-1-1,1 0 0,0 0 0,1 0 1,0 0-1,1 0 0,1-1 0,0 0 0,13 19 1,-8-16-80,1-1 1,0 0 0,1-1-1,1 0 1,0-1 0,1-1-1,0-1 1,0 0 0,1 0-1,0-2 1,1 0 0,0-1-1,0 0 1,1-2 0,0 0-1,0-1 1,34 4 0,-26-8-1197,47-5 1,-4-7-3797,4-9-5696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4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0 17272,'0'0'6734,"-21"12"-5286,-73 38-196,80-42-1175,1 1 1,1 1 0,-1 0 0,1 0 0,1 2 0,0-1 0,1 1 0,0 1 0,1-1-1,0 2 1,1-1 0,1 1 0,0 1 0,1-1 0,0 1 0,1 0 0,1 0-1,0 1 1,1-1 0,1 1 0,0 0 0,2 0 0,-1-1 0,2 1 0,3 22-1,-2-28-93,0 0 0,0 0-1,1 0 1,1-1-1,0 1 1,0-1-1,1 0 1,0 0-1,0 0 1,1 0-1,0-1 1,1 0-1,0-1 1,0 1-1,1-1 1,-1-1 0,2 1-1,-1-1 1,1-1-1,-1 0 1,2 0-1,-1 0 1,0-1-1,1-1 1,0 0-1,0 0 1,0-1-1,14 2 1,-13-3-283,1 0 0,0-1 1,-1 0-1,1-1 0,0 0 0,-1-1 0,1 0 1,12-5-1,-4-1-1067,-1-1 0,31-19 0,10-13-5072,3-13-7341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4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19769,'0'0'7385,"-6"18"-6974,5-15-391,-5 16 104,0 1 0,1 0 1,1 0-1,2 0 1,-1 1-1,2 20 1,19 243 971,1 27-295,-18-243-855,4 1 1,14 77-1,-18-142-89,0 0 0,0 0 0,0 0-1,1 0 1,-1-1 0,1 1 0,0 0-1,0-1 1,0 1 0,5 5 0,-6-8-41,0 0 1,0 0 0,0 0 0,1-1-1,-1 1 1,0 0 0,0-1-1,0 1 1,0-1 0,1 1-1,-1-1 1,0 1 0,0-1 0,1 0-1,1 0 1,-1 0-302,0 0-1,0 0 1,0-1 0,0 1-1,0-1 1,0 1-1,0-1 1,0 0 0,0 0-1,0 0 1,-1 0 0,3-2-1,17-18-10404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1 210 13510,'0'0'13959,"167"-108"-13959,-90 94 0,0-4-80,11-8-1057,-16 3-2897,-15 3-3393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4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0 242 14887,'0'0'7537,"22"9"-6625,73 26-130,-86-33-667,0 0 0,0 0 0,0-1 0,1-1 0,-1 1 0,0-1 0,0-1 0,17-2 1,-8-2-71,0 0 1,27-12-1,-42 16-41,9-4 11,-1 0 0,0 0 0,0-1-1,-1 0 1,0-1 0,14-11 0,-20 14-1,0 0-1,0 0 1,-1-1 0,0 0 0,0 1 0,0-1 0,0 0 0,-1 0-1,1-1 1,-1 1 0,-1 0 0,1-1 0,-1 1 0,0-1-1,0 1 1,0-7 0,-1 7 46,0 1 0,0 0 0,0-1-1,0 1 1,-1 0 0,0-1 0,0 1 0,0 0 0,0 0 0,-1 0-1,1 0 1,-1 0 0,0 0 0,0 0 0,-1 0 0,1 1 0,-1 0-1,-3-5 1,1 4 14,0 1 1,1-1-1,-2 1 0,1 0 0,0 0 0,-1 0 0,1 1 1,-1-1-1,0 2 0,0-1 0,-10-1 0,3 1-7,0 1-1,1 0 0,-1 1 1,0 1-1,1 0 0,-1 1 1,1 0-1,-1 0 0,1 2 0,0 0 1,0 0-1,-12 6 0,13-3-36,0-1-1,0 2 1,0-1-1,1 2 1,0-1-1,0 1 0,-9 12 1,14-14-19,0 0 0,0 1 1,1-1-1,0 1 0,1 0 1,-1 0-1,2 0 0,-1 0 0,1 0 1,0 1-1,-1 16 0,3-12-29,0 0 0,0 0 0,2 0 0,0 0 0,0-1 0,1 1 0,0-1 0,1 1 0,1-1 0,0 0 0,0 0 1,1-1-1,1 0 0,0 0 0,1 0 0,0-1 0,0 0 0,1-1 0,0 0 0,18 14 0,-7-8-94,0-1-1,1-1 1,1-1 0,0-1 0,1-1 0,0-1 0,1 0-1,0-2 1,0-1 0,29 4 0,97 0-3395,-47-13-2647,2-9-5784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5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595 740 19481,'0'0'2044,"-27"-5"-1199,1 0-588,-4-2 266,-1 2-1,0 1 0,0 2 0,-41 1 0,44 4-25,0 0 1,0 2-1,-37 11 0,48-11-361,0 1 0,1 1 0,0 0-1,1 1 1,0 1 0,-24 18 0,33-23-127,1 1-1,0 0 1,0 0 0,0 1-1,1 0 1,0-1-1,0 2 1,0-1-1,1 0 1,0 1 0,0-1-1,0 1 1,1 0-1,0 0 1,1 0-1,-1 0 1,1 0 0,1 0-1,-1 0 1,1 0-1,1 1 1,-1-1 0,1 0-1,0 0 1,3 10-1,0-6-12,0 0-1,0 0 0,1 0 0,0-1 1,1 1-1,0-1 0,1 0 0,0-1 1,0 0-1,1 0 0,0 0 0,1-1 1,0-1-1,16 11 0,-10-9-45,0 0 0,0-2 0,1 0 0,0 0 0,1-2 0,-1 0 0,1-1 0,0-1 0,0 0 0,1-1 0,-1-1 0,0-1 0,34-3 0,-37 1-35,-1-1 0,0 0 1,-1 0-1,1-1 0,0-1 0,-1 0 1,0-1-1,0 0 0,-1-1 1,0 0-1,0-1 0,0 0 0,-1-1 1,-1 0-1,1 0 0,-1-1 0,-1-1 1,12-17-1,-4-1 90,-2-1 1,0 0-1,-3 0 0,0-1 1,-2-1-1,9-59 1,4-195 156,-20-56 673,-3 323-524,-1 1 0,0 0-1,-7-26 1,3 17 97,6 25-366,-1 0-1,1 0 0,-1 0 0,0 1 0,1-1 0,-1 0 0,0 0 1,0 1-1,0-1 0,0 1 0,-2-3 0,2 4-30,0-1 0,1 1 0,-1-1 0,1 1 0,-1 0 0,0 0 0,1-1 0,-1 1 0,0 0 0,0 0 0,1 0-1,-1 0 1,0 0 0,1 0 0,-1 0 0,0 0 0,0 0 0,1 0 0,-1 0 0,0 0 0,1 0 0,-1 0 0,0 1 0,1-1 0,-1 0 0,0 1 0,1-1 0,-1 0-1,0 1 1,1-1 0,-1 1 0,1-1 0,-1 1 0,1-1 0,-1 1 0,1-1 0,0 1 0,-1 1 0,-9 10 9,2 0 0,-1 1 0,2 0-1,0 0 1,0 0 0,2 1 0,-6 16 0,-1 11 32,-9 54 1,13-35 21,2-1-1,2 1 1,4 0 0,2 0 0,2 0-1,3-1 1,3 1 0,2-2 0,3 0-1,24 60 1,-31-97-61,2-1 0,0 1 0,1-2 0,27 37 0,-31-47-84,1 0 1,0-1-1,1 1 0,0-1 0,0-1 0,0 0 1,1 0-1,0-1 0,1 0 0,-1-1 0,13 4 1,-15-7-176,0 0-1,0-1 1,0-1 0,0 1 0,1-1 0,-1-1 0,0 0 0,0 0 0,0 0 0,0-1-1,0 0 1,0-1 0,10-4 0,-13 6 15,11-5-1669,-1 0-1,23-13 1,25-24-8299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5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0 16792,'0'0'3631,"25"11"-1705,-4-2-1473,-2-2-91,0 1-1,0 1 0,-1 1 0,0 1 0,-1 0 0,0 1 1,20 19-1,-4 4-73,-2 0 0,-1 2 0,-2 1 0,-2 1 0,-1 2 0,24 54 0,-27-46-149,-3 2 1,-1 0-1,-3 0 0,-2 2 0,6 61 1,-14-73 18,-2 0 0,-3 1 1,0-1-1,-11 66 0,5-76-68,-1-1 0,-1 0-1,-2-1 1,-1 0 0,-1 0-1,-30 50 1,4-21 31,-2-3 0,-3-1 0,-2-3 0,-78 70 0,46-55 45,-3-3-1,-121 71 1,-128 64 47,322-193-276,-6 4-1167,11-10-384,7-6-967,11-13-3536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8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237 537 10005,'0'-32'1609,"2"1"1,0-1 0,2 1 0,2 0 0,1 0 0,18-51 0,-24 80-1442,0-1 22,-1 1-1,1 0 0,0 0 1,0 0-1,0 0 1,0 0-1,1 0 0,-1 0 1,0 0-1,1 0 0,0 1 1,3-4-1,-5 5-168,0 0-1,1 0 0,-1 0 0,0 0 0,1 0 1,-1 0-1,0 0 0,1 0 0,-1 0 1,0 1-1,0-1 0,1 0 0,-1 0 1,0 0-1,0 0 0,1 1 0,-1-1 1,0 0-1,0 0 0,1 1 0,-1-1 1,0 0-1,0 0 0,0 1 0,0-1 1,1 0-1,-1 0 0,0 1 0,0-1 1,0 0-1,0 1 0,0-1 0,0 0 0,0 1 1,0-1-1,0 0 0,0 1 0,0-1 1,0 0-1,0 0 0,0 1 0,2 18 33,-2-18-35,0 31 281,-1 0 0,-1 0 0,-14 62 0,-36 95 482,41-153-696,-112 321 510,68-207-488,43-114-104,1 0 0,2 1 0,2 0 0,1 0 0,-1 60 0,9-84-31,6-28 107,3-20 44,15-67-1,67-465-33,-40 217-52,-49 320-25,26-131-10,-21 125 64,1-1-1,18-39 1,-24 66 50,1 1 0,0 0 1,6-9-1,-10 17-95,0-1 0,0 0 0,0 0 0,1 1 0,-1-1 0,1 1 0,-1-1 0,1 1 0,-1 0 0,1 0 0,0 0 0,0 0 1,0 0-1,-1 0 0,1 0 0,0 0 0,0 1 0,0-1 0,0 1 0,3-1 0,-4 1-21,0 0 1,0 0-1,0 1 1,0-1-1,0 0 1,0 1-1,0-1 1,0 1-1,0-1 1,0 1-1,0 0 1,0-1-1,0 1 1,0 0 0,0-1-1,0 1 1,-1 0-1,1 0 1,0 0-1,0 1 1,10 24-19,-9-20 17,28 87 81,-5 2 0,16 113 0,5 199 88,-35-246-134,21 163 17,-27-294-56,1 0 1,2-1-1,0 0 0,17 35 0,-24-61-54,0 0 0,1 0 1,-1 0-1,1 0 0,0 0 0,0 0 0,0-1 0,0 1 0,0-1 1,1 1-1,-1-1 0,1 0 0,-1 0 0,4 2 0,-6-4 18,1 0 0,-1 1 0,1-1 0,-1 0 0,1 0 0,-1 0 0,1 0 0,-1 0 0,1 0 0,0 1 0,-1-1 0,1-1 0,-1 1 0,1 0 0,-1 0 0,1 0 0,-1 0 0,1 0 0,-1 0 0,1-1 0,-1 1 0,1 0 0,-1 0 0,1-1 0,-1 1 0,0 0 0,1-1 0,-1 1 0,1 0 0,-1-1 0,1 0 0,4-7-1020,0 0 1,-1-1 0,0 0-1,0 0 1,-1 0 0,4-15-1,4-25-6219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8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1 202 15735,'0'0'9044,"115"-45"-8499,-34 27-177,6-4-304,8-1 0,-3 3-64,18-8-1025,-27 5-3841,-17 1-7155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9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499 599 13318,'0'0'1708,"-22"3"-511,5 0-864,0-1 61,0 1 1,1 1-1,-1 0 0,1 1 0,0 1 1,0 0-1,-18 11 0,8-1 115,1 1-1,1 1 0,1 2 1,0 0-1,1 1 0,2 1 1,0 1-1,-27 41 0,36-46-377,1 1 0,0-1 0,1 1 0,1 1 0,1 0 0,1 0 0,0 0 0,2 1 0,0-1 0,2 1 0,0 0 0,1 0 0,2 27 0,0-43-130,0-1 0,0 1 1,0-1-1,0 1 0,1-1 0,0 0 1,-1 0-1,2 0 0,-1 0 1,0 0-1,1 0 0,0-1 1,0 1-1,0-1 0,0 1 0,0-1 1,1 0-1,-1-1 0,1 1 1,0-1-1,0 1 0,0-1 0,0 0 1,0 0-1,1-1 0,-1 1 1,0-1-1,7 1 0,1 0 11,-1 0 0,1-1 1,0-1-1,-1 0 0,1 0 0,0-1 0,-1-1 0,1 0 0,-1 0 0,15-6 0,-13 3 0,-1 0 0,0-1 0,0-1 0,0 0 0,-1 0 0,0-2-1,0 1 1,10-11 0,-7 3 2,0 0 0,-1-1 0,0 0-1,16-31 1,-10 11-8,-3-1-1,-1-1 0,-2 0 1,15-76-1,-11 13 3,3-121 0,-13-109 8,-2 184 1171,-5 146-680,2 29-321,-1 0-1,-5 46 0,0-23 20,-13 901 1638,18-932-1835,1 1-1,0 0 1,2-1-1,0 0 0,1 0 1,1 0-1,1 0 1,0-1-1,14 24 1,-18-37-41,0 0 1,1 0-1,-1 0 0,1 0 1,0-1-1,0 1 1,9 5-1,-10-7-57,0-1-1,0-1 1,0 1-1,1 0 1,-1-1 0,1 0-1,-1 0 1,1 0-1,0 0 1,-1 0 0,1-1-1,0 0 1,-1 1-1,8-2 1,1 0-564,0-2 0,0 1 1,22-9-1,15-10-3974,5-10-5163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9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32 15863,'0'0'1673,"-3"-5"360,-10-17 280,13 22-2266,0 0 1,0 0-1,0 0 0,0-1 0,0 1 1,0 0-1,0 0 0,0 0 0,0 0 1,0-1-1,0 1 0,0 0 1,0 0-1,0 0 0,0 0 0,0-1 1,-1 1-1,1 0 0,0 0 0,0 0 1,0 0-1,0 0 0,0 0 0,0 0 1,-1-1-1,1 1 0,0 0 1,0 0-1,0 0 0,0 0 0,-1 0 1,1 0-1,0 0 0,0 0 0,0 0 1,-1 0-1,1 0 0,0 0 0,0 0 1,0 0-1,0 0 0,-1 0 1,1 0-1,0 0 0,-1 8 541,1-5-363,-1 314 3521,2 276-2383,23-215-1044,0 90-104,-26-437-209,-8 57 1,7-74-8,0 1-1,-2-1 1,1 0 0,-2 0-1,-11 22 1,16-35-4,1 0 1,0 0 0,-1 0-1,1-1 1,-1 1-1,1 0 1,-1 0-1,1 0 1,-1-1-1,1 1 1,-1 0-1,0-1 1,1 1 0,-1 0-1,0-1 1,0 1-1,0-1 1,1 1-1,-1-1 1,0 0-1,0 1 1,0-1-1,0 0 1,0 0-1,0 1 1,0-1 0,1 0-1,-1 0 1,0 0-1,0 0 1,0 0-1,0 0 1,0 0-1,0-1 1,-1 1-1,0-1-31,0-1 0,0 0 0,0 1 0,0-1 0,0 0 0,1 0 0,-1 0 0,1 0 0,-1 0 0,1 0-1,0-1 1,-2-3 0,-6-16-343,1 0 0,1-1-1,1 0 1,-5-31 0,7 30 98,-27-158-1904,-36-305-7054,37 263-229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49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13174,'0'0'3634,"81"-140"-1265,-48 87-96,0 13-881,-7 11-719,-8 11-529,-8 12-112,-7 6-32,-3 14-288,0 47-1537,-7-2-3313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0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40 14855,'0'0'2932,"-17"-7"-902,-58-21-272,72 27-1681,0 0 0,0 0 0,0 1-1,1-1 1,-1 1 0,0 0 0,0 0 0,0 0-1,0 0 1,0 0 0,0 0 0,0 1 0,1 0-1,-1-1 1,0 1 0,0 0 0,1 0 0,-1 1-1,0-1 1,1 0 0,-1 1 0,1 0 0,0 0-1,0-1 1,-1 1 0,-2 4 0,-3 2 133,-9 8 156,1 0 1,1 2-1,0 0 1,2 1-1,-18 29 1,8-4 171,-27 69 1,39-85-358,1 1 0,-10 54 0,18-73-166,1-1-1,0 1 1,0 0-1,1 0 0,1 0 1,-1-1-1,1 1 1,1 0-1,0-1 1,0 1-1,1-1 1,7 16-1,-7-19-15,1-2 0,0 1 0,0 0 0,0-1-1,0 1 1,0-1 0,1 0 0,0-1 0,0 1 0,0-1 0,0 0-1,1 0 1,-1-1 0,1 1 0,0-1 0,0-1 0,-1 1 0,1-1 0,0 0-1,0 0 1,7 0 0,2-1 2,-1 0 1,0 0-1,0-1 0,1-1 1,-1-1-1,0 0 0,-1 0 0,15-7 1,-11 3-7,-1-1 0,0-1 0,-1 0 0,0-1 0,0-1 0,-1 0 0,-1-1 0,0 0 0,0-1 0,-1-1-1,-1 0 1,12-19 0,-8 8 6,-2 0-1,0 0 0,-2-1 0,0-1 0,-2 0 1,11-55-1,-10 29 33,-2 0 0,0-57-1,-11 97 130,-2 16 60,-6 20-40,2 15 100,1 2-1,-3 55 1,6 83 311,6-144-516,1 0-1,10 51 1,-8-66-72,0 0 0,2-1 1,0 1-1,2-1 0,17 33 0,-22-46-82,1 0 0,0 0-1,0 0 1,0-1-1,1 1 1,-1-1-1,1 0 1,0 0-1,0 0 1,1-1-1,-1 0 1,1 0-1,0-1 1,-1 1 0,1-1-1,0 0 1,0-1-1,1 1 1,-1-1-1,0 0 1,0-1-1,1 0 1,-1 0-1,0 0 1,0-1-1,1 1 1,9-4-1,6-2-1216,-1-1 0,29-13-1,15-11-5290,10-10-8961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0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 1 880,'0'0'19388,"-21"2"-18294,-7 1-306,-31 9 1,54-11-655,-1 1 1,0 0 0,1 1 0,0 0 0,-1 0-1,1 0 1,0 0 0,1 1 0,-1 0 0,1 0-1,-1 0 1,1 0 0,0 1 0,1-1 0,-1 1 0,-3 7-1,1-4 26,-13 23 252,1 0-1,1 1 0,1 1 1,2 1-1,2 0 1,-15 63-1,18-54-176,2 2 0,2-1 0,2 1 0,2-1 0,6 53 0,-4-89-226,0 0 1,0 0-1,1 0 0,0 0 0,0 0 0,1 0 0,0 0 1,1-1-1,0 1 0,0-1 0,0 0 0,1 0 0,7 8 1,-7-10-14,1 0 0,0 0 1,0 0-1,1-1 1,-1 0-1,1 0 1,0-1-1,0 0 0,0 0 1,0 0-1,0-1 1,1 0-1,-1-1 1,14 2-1,-5-1-169,1-1-1,0-1 1,0 0-1,-1-1 1,1-1-1,32-8 1,-18 0-1286,55-27 1,-5-7-4189,3-11-6102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1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220 286 19865,'0'0'4597,"0"20"-3733,3 63-376,-3-81-477,1 0 0,-1 0 0,1 0 0,-1 0 0,1 1-1,0-1 1,-1 0 0,1 0 0,0 0 0,1 0-1,-1 0 1,0-1 0,0 1 0,1 0 0,-1-1 0,1 1-1,0 0 1,-1-1 0,1 0 0,0 1 0,0-1-1,3 1 1,0 0 0,0 0-1,-1-1 0,1 0 0,1 0 1,-1-1-1,9 1 0,-7-1 8,5 1-10,0-1 0,0-1-1,0 0 1,0-1 0,0 0 0,0-1-1,0 0 1,0-1 0,-1 0-1,16-9 1,-21 10-3,0 0 0,-1-1 0,0 0 0,1 0 0,-1 0 0,0 0 0,-1-1 0,1 0 0,-1 0 0,0 0 0,0-1 0,-1 0 0,0 1 0,0-1 0,0 0 0,0 0 0,-1-1 0,0 1 0,-1 0 0,1-1 0,0-7 0,-1 0 39,-1 0 0,0 0 0,-1 0-1,-1 0 1,0 0 0,-1 1 0,0-1 0,-1 1 0,-8-19-1,8 23 43,0 1-1,0 0 0,-1 0 1,0 0-1,-1 0 0,0 1 1,0 0-1,0 0 0,-1 1 1,0 0-1,0 0 0,-1 0 1,1 1-1,-1 0 0,-12-5 1,13 7-34,-1 0 1,1 1-1,-1 0 1,1 0 0,-1 0-1,0 1 1,0 1-1,0-1 1,1 1 0,-1 0-1,0 1 1,0 0-1,-10 3 1,9-2 2,0 2 1,-1 0-1,1 0 1,1 0-1,-1 1 0,1 0 1,0 1-1,0 0 1,-10 10-1,1 1 38,2 1-1,1 0 1,0 1-1,1 1 1,1 0-1,1 1 1,1 0 0,-9 25-1,6-6-37,1 0 1,2 0-1,2 2 0,2-1 0,1 0 1,3 1-1,1 0 0,2 0 0,7 44 0,-6-71-54,1-1 0,0 1 0,1-1 0,1 0-1,0 0 1,1 0 0,0-1 0,17 25 0,-17-30-7,0-1 0,1 1 0,0-1 0,0 0 0,1-1 0,-1 0 0,1 0 0,1-1 0,-1 0 0,1 0 0,0-1 0,0 0 0,0 0 0,12 2 0,-9-3-44,1-1 0,0 0 0,-1-1 0,1 0 1,0-1-1,0 0 0,0-1 0,0 0 0,0-1 0,-1-1 1,20-6-1,-15 3-41,0-2 1,-1 0-1,0 0 1,0-2-1,-1 0 1,-1 0-1,22-21 1,-13 8 26,-1-2 0,-1 0 0,-1-2 0,-1 0 0,-1-1 0,-2-1 1,-1 0-1,19-53 0,-23 49 76,-2-1 1,-1 0 0,-2-1-1,-1 0 1,-1 0-1,-3-61 1,-2 86 16,1 0 1,-2 0-1,1 1 0,-1-1 1,-1 0-1,0 1 0,0 0 1,-1 0-1,0 0 0,-1 0 1,-8-13-1,13 22-23,0 0 0,0 0 1,-1-1-1,1 1 0,0 0 0,0 0 0,0 0 0,0-1 1,-1 1-1,1 0 0,0 0 0,0 0 0,0 0 0,-1-1 1,1 1-1,0 0 0,0 0 0,0 0 0,-1 0 0,1 0 1,0 0-1,0 0 0,-1 0 0,1 0 0,0-1 0,0 1 1,-1 0-1,1 0 0,0 1 0,0-1 0,-1 0 0,1 0 1,0 0-1,0 0 0,-1 0 0,1 0 0,-5 10 29,3 12-66,4 25 51,12 65 0,2 32 2,-11 165-6,-4-294-18,2-12 0,3-11 14,-6 7-4,60-99 35,67-97 26,24 20-96,-123 148 20,2 2 1,1 1-1,59-38 0,-55 46-7,-33 17 12,1 0 0,-1 0 0,0 0 1,1 0-1,-1 1 0,1-1 0,-1 1 1,1 0-1,-1 0 0,1 0 0,-1 0 1,6 1-1,-8 0 2,1-1-1,0 1 1,0-1 0,0 1 0,-1 0-1,1-1 1,0 1 0,-1 0 0,1-1 0,0 1-1,-1 0 1,1 0 0,-1 0 0,1 0-1,-1 0 1,0 0 0,1 0 0,-1-1-1,0 1 1,0 0 0,0 0 0,0 0-1,0 0 1,0 2 0,0 30 2,-1-21-1,-1 24 63,-1-1-1,-14 57 1,10-65-38,2 1 0,0-1 0,2 1 0,2 0 0,1 43 0,1-68-36,-1-1 0,0 0 0,1 0 0,-1 0 0,1 1 0,-1-1 0,1 0 0,0 0 0,0 0 0,0 0 0,0 0 0,1 0 0,-1 0 0,0-1 0,1 1 0,-1 0 0,1-1 0,0 1 0,-1-1 0,1 1 0,0-1 0,0 0 0,0 0 0,0 0 0,0 0 0,0 0 0,0 0 0,0-1 0,1 1 0,-1-1 0,0 1 0,3-1 0,2 0-147,-1 0-1,1 0 1,-1-1 0,1 0 0,-1-1-1,1 1 1,-1-1 0,0 0 0,0-1 0,0 1-1,6-5 1,120-77-5984,-73 40 175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2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 86 18536,'-1'-5'409,"0"0"0,-1 0-1,1 0 1,-1 0-1,0 0 1,0 0 0,-1 1-1,1-1 1,-1 1-1,0-1 1,0 1 0,-1 0-1,1 0 1,-6-4-1,7 6-285,-1 1 1,0-1-1,0 1 0,1 0 0,-1 0 1,0 0-1,0 0 0,0 0 0,0 1 0,0-1 1,0 1-1,-1 0 0,1 0 0,0 0 0,0 0 1,0 0-1,0 1 0,0-1 0,0 1 0,0 0 1,0 0-1,0 0 0,0 1 0,1-1 1,-4 3-1,-4 2-3,0 0 0,0 1 0,1 0 1,0 0-1,1 1 0,-11 13 0,-41 59 378,56-74-463,-17 26 141,1 0 0,2 2 1,1 0-1,-20 61 1,29-70-124,1 0 1,1 0 0,2 1 0,0 0 0,2-1 0,1 1-1,3 49 1,0-65-56,-1 0-1,2 0 0,-1 0 0,2 0 0,-1 0 1,1-1-1,0 1 0,1-1 0,0 0 1,1-1-1,0 1 0,0-1 0,1 0 0,0 0 1,0-1-1,1 0 0,0-1 0,0 1 0,17 8 1,-12-7-212,1-2 0,1 0-1,-1-1 1,1 0 0,0-1 0,0-1 0,0 0 0,0-1 0,0-1 0,1 0 0,-1-1 0,27-3 0,-22 0-599,0-1 0,0-1 0,36-14 0,-34 9-1097,-1 0-1,-1-1 1,0-1-1,0-1 1,33-29-1,-37 27 880,-1 0-1,-1-1 1,0 0-1,-1-1 0,-1-1 1,16-29-1,-21 31 1890,0 0 0,-1 0 0,-1-1 0,7-32 0,-9 34 791,-1 1 0,-1-1 1,0 1-1,-1-1 0,0 1 0,-1-1 0,-4-16 0,8 42 1463,12 54-1601,-15-65-1508,8 29 192,2 0 0,1 0 1,15 28-1,-23-50-199,1-1 0,0 1 0,0-1 0,0 0 0,0-1 0,1 1 0,0-1 0,0 0 0,1 0 0,0 0 0,0-1 0,0 0 0,0 0 1,0 0-1,1-1 0,-1 0 0,1-1 0,0 1 0,7 1 0,0-3-97,-1 0 1,0-1 0,0 0 0,1-1-1,-1-1 1,0 0 0,0 0 0,0-2-1,-1 1 1,1-2 0,-1 1-1,0-2 1,14-8 0,-2 0-91,-1-1 1,-1-1-1,0-1 0,-1-1 1,24-27-1,-35 34 290,0-1-1,0-1 1,-1 0 0,-1 0-1,0 0 1,-1-1 0,-1 0 0,0-1-1,0 0 1,-2 1 0,0-2-1,-1 1 1,0 0 0,-1-1 0,0-29-1,-3 36 642,-2 16-435,-2 16-248,-11 117 337,-34 402 527,48-491-829,-29 428 604,15-332-554,-44 182 1,-59 88-51,81-311-54,-93 183 0,116-261-33,-1-1-1,-1 0 1,-1-2 0,-35 39-1,45-56 11,0-1-1,0-1 1,0 1-1,-1-2 1,0 1-1,0-1 1,-15 6-1,17-8 18,0-1 0,0 0 0,0-1 0,0 0 0,-1 0 0,1 0 0,0-1 0,0 0 0,-1-1 0,1 1 0,0-2 0,-8-1 0,7 0 12,0 0-1,0 0 1,0-1 0,0 0 0,0 0 0,1-1-1,0 0 1,0-1 0,1 0 0,-1 0 0,1 0-1,0 0 1,1-1 0,-1 0 0,2 0-1,-6-10 1,1 1-21,1-2 0,1 1 0,0-1 0,1 0 1,1 0-1,-3-25 0,0-12-11,1-64 1,6 6-13,5 1 0,5 0 0,27-128 0,-17 148 0,5 1 0,4 1 0,3 2 0,52-102 0,-53 136-183,2 2 0,2 1 0,2 2 0,3 1 0,1 3 0,76-67 0,301-203-1908,-394 300 2008,129-89-5962,-86 61-366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17 21802,'-2'-13'1323,"2"9"704,0 8-238,0 18-1680,-34 657 2212,21-515-2076,1 133 197,14-245-218,1-1 1,3 1-1,20 86 0,-22-126-209,1 0 0,0 0 0,0-1 0,1 1 0,1-1 0,0 0 0,0-1 0,1 0 0,0 0 0,1 0 0,0-1 0,11 8 0,-15-13-12,0-2-1,0 1 1,1-1-1,-1 0 1,1 0-1,-1 0 1,1-1-1,0 1 1,-1-1-1,1-1 1,0 1-1,0-1 1,0 0-1,-1-1 1,1 1-1,8-3 1,2 0 9,1-1 0,-1-1 1,-1-1-1,24-11 0,20-14-407,-2-2-1,-1-3 1,80-67-1,-129 97-168,0 0-1,-1-1 1,11-12-1,-7-2-3062,-6-4-4278,-4 8-3639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2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16199,'0'0'11064,"3"21"-10093,21 150 278,-20-148-1114,6 50-22,4-1 1,35 109-1,-48-177-234,0-1 1,1 1 0,-1-1-1,1 0 1,0 0-1,0 0 1,0 0 0,0 0-1,1 0 1,-1 0 0,4 2-1,-4-3-375,1-1 0,-1 1 0,1-1 0,-1 0 0,1 0 0,0 0-1,0 0 1,-1 0 0,4 0 0,10 0-6328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3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41 9124,'0'0'14615,"-22"-41"-15704,31 82-3201,0-7-5826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3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0 18905,'0'0'4850,"-10"20"-4090,-32 69-221,40-84-514,0 1 0,0 0-1,1-1 1,0 1 0,0 0 0,0 0 0,1 0-1,-1 0 1,1 0 0,1-1 0,-1 1-1,1 0 1,0 0 0,1 0 0,2 7 0,-1-3-6,13 39 70,24 51-1,-25-67-68,-1 1 1,-1 1 0,-2 0-1,8 47 1,-18-72-9,0 1 1,0 0-1,-1 0 1,-1 0-1,1 0 1,-2 0 0,0-1-1,0 1 1,-1 0-1,0-1 1,-1 0-1,0 0 1,0 0-1,-1 0 1,-1-1-1,0 0 1,0 0-1,-14 16 1,9-13 0,-1-1 0,0 0 0,-17 12 0,26-20-50,0-1-1,-1 0 1,1 0-1,-1 0 1,1 0 0,-1 0-1,0-1 1,0 1-1,0-1 1,0 0-1,0-1 1,0 1-1,0-1 1,0 1 0,0-1-1,0 0 1,-8-2-1,12 2-18,-1 0 0,0-1 0,0 1 1,1 0-1,-1-1 0,0 1 0,1-1 0,-1 1 0,0-1 0,1 0 0,-1 1 0,1-1 0,-1 0 0,1 1 0,-1-1 0,1 0 0,0 1 0,-1-1 0,1 0 0,0 0 1,0 1-1,-1-1 0,1 0 0,0 0 0,0 0 0,0 0 0,0 1 0,0-1 0,0 0 0,0 0 0,0-1 0,1-16-1757,4-35 0,10-28-4115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3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19081,'0'0'6403,"39"154"-4995,-21-59-575,-7 43-337,-2 29-192,-9 7-192,-5-18-112,-14-24 96,5-38-96,-1-25-16,6-17-176,-2-9-768,-2 6-2274,4-7-2176,3-15-5667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6:53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1 481 16584,'0'0'2481,"13"-112"-1361,5 51 817,8 5-432,18-1-433,11 12-159,9 5-433,13 5-384,10 7-64,-1 5-32,-7 9-16,-15 6-688,-3 6-2402,-23 2-2800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1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9764,'23'-63'9638,"-18"55"-2246,-5 11-7308,-1 24 171,2-1 0,1 0 1,0 0-1,9 30 0,4 13-105,-3 0 0,-3 0 1,-3 1-1,-3 78 0,-35 278 12,-14 124-61,45-529-65,-1-12 12,2 1 0,-1-1-1,1 1 1,1-1 0,2 18 0,-2-25-25,0 0 0,0 0-1,0 0 1,0-1 0,0 1 0,1 0 0,-1 0 0,0-1 0,1 1 0,0-1-1,-1 1 1,1-1 0,3 3 0,28 13 291,-14-9-268,-14-5-39,1-1-1,-1 0 0,1-1 1,0 1-1,-1-1 1,1 0-1,0-1 1,0 1-1,-1-1 0,12-2 1,-1 1 8,0-2-1,25-7 1,-10 1 62,36-16 0,-58 21-349,0-1-1,-1 1 0,0-1 1,0-1-1,0 1 0,0-1 1,-1-1-1,11-11 0,-17 16-153,0 0 0,0-1 0,0 1-1,0 0 1,0-1 0,0 1 0,-1 0-1,1-1 1,-1 1 0,0-1 0,0 1 0,0-4-1,2-11-5338,3-2-6001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17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80 17080,'0'0'2532,"-3"-2"-868,-17-13 2645,19 14-3295,17 0-358,152-20-517,-28 1-131,-50 16-21,-53 3-472,0-1 0,49-9 1,-86 10 388,0 1 0,0 0 0,0 0 0,0 0 0,1 0 1,-1 0-1,0 0 0,0 0 0,0 0 0,0 0 0,1 0 1,-1 0-1,0 0 0,0 0 0,0 0 0,1 0 0,-1 0 0,0 0 1,0 0-1,0 0 0,0 0 0,1 0 0,-1 0 0,0 0 1,0 1-1,0-1 0,0 0 0,1 0 0,-1 0 0,0 0 1,0 0-1,0 0 0,0 1 0,0-1 0,0 0 0,1 0 1,-1 0-1,0 0 0,0 1 0,0-1 0,0 0 0,0 0 1,0 0-1,0 0 0,0 1 0,0-1 0,0 0 0,0 0 1,0 0-1,0 1 0,0-1 0,0 0 0,0 0 0,0 0 1,0 0-1,0 1 0,0-1 0,0 0 0,0 0 0,-6 14-3661,4-11 565,-1 8-6521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18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1889,'0'0'15145,"3"-5"-10830,3-4-2475,-4 8-1735,0 0-1,-1-1 0,1 1 1,0 0-1,-1 0 0,1-1 1,-1 1-1,1-1 0,-1 1 1,0-1-1,0 0 0,0 1 1,0-1-1,0 0 1,0 0-1,1-3 0,-2 4-69,3 0 1072,-3 8-826,-1-1-324,1-10 176,1 4-130,-1 0 1,1 0-1,0 0 0,-1 0 0,1 0 0,0 0 1,0 0-1,-1-1 0,1 1 0,0 0 1,-1 0-1,1-1 0,-1 1 0,1 0 0,0-1 1,-1 1-1,1-1 0,-1 1 0,1 0 1,-1-1-1,1 1 0,-1-1 0,1 0 0,0-1-23,-1 1 29,0 1-1,0-1 0,0 1 0,0-1 0,1 1 0,-1-1 0,0 1 1,0-1-1,1 1 0,-1-1 0,0 1 0,1-1 0,-1 1 0,0-1 1,1 1-1,-1-1 0,1 1 0,-1 0 0,0-1 0,1 1 0,-1 0 1,1 0-1,-1-1 0,1 1 0,-1 0 0,1 0 0,0 0 0,0-1 1,-1 1 33,8 0-76,-8 0 34,0 0 1,0 1 0,0-1 0,1 0 0,-1 0 0,0 0-1,0 0 1,0 0 0,1 0 0,-1 0 0,0 0 0,0 0-1,0 0 1,1 0 0,-1 0 0,0 0 0,0 0 0,1 0-1,-1 0 1,0 0 0,0 0 0,0 0 0,1 0 0,-1 0-1,0 0 1,0 0 0,0-1 0,1 1 0,-1 0 0,0 0-1,0 0 1,0 0 0,0 0 0,1-1 0,-1 1 0,0 0-1,0 0 1,0 0 0,0 0 0,0-1 0,0 1 0,0 0-1,0 0 1,1 0 0,-1-1 0,0 1 0,0 0-1,0 0 1,0-1 0,0 1 0,0 0 0,0 0 0,0 0-1,0-1 1,0 1 0,0 0 0,0 0 0,-1 0 0,1-1-1,0 1 1,20-20-1449,-8 8-2687,-6 3-3701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19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63 313 13638,'0'0'6774,"10"-16"-4074,-4 11-2453,-1-1 0,1 1 0,-1-1 0,0 0 0,-1 0 1,7-10-1,-9 13-118,72-131 1696,-67 123-1513,-1 1 0,9-22 0,-13 29-243,-1 1 1,0-1 0,0 0 0,-1 0-1,1 1 1,0-1 0,-1 0-1,0 0 1,1 0 0,-1 0 0,0 0-1,-1 0 1,1 0 0,0 0-1,-1 1 1,0-1 0,-2-5 0,6 27 159,8 38 0,40 207 52,-30-133-233,-13-67-27,-2 0 0,-6 125 1,0-178-19,-1-1 1,-1 1 0,-3 13 0,4-20-2,-1 0 0,1 0-1,-1 0 1,1 0 0,-1 0 0,-1 0-1,1 0 1,0 0 0,-1-1 0,-4 5-1,4-7 6,-1 0-1,0 0 0,1 0 0,-1 0 0,0-1 0,0 0 0,0 0 1,1 0-1,-1 0 0,-5-1 0,-1 0 4,-34-1-4,33 1-2,1 0-1,-1 1 1,1 0-1,-1 1 1,1 0-1,-1 0 1,1 1-1,0 1 1,-1-1 0,-9 6-1,5-2 2,-16 9-15,29-14 9,1 0 1,0 0-1,0-1 1,0 1-1,0 0 1,0 0-1,0 0 1,1 0-1,-1 0 1,0 0-1,0 1 1,1-1-1,-1 0 1,1 0-1,-1 0 1,1 1-1,-1-1 1,1 0-1,0 1 1,-1 1-1,3-2 2,0 0-1,-1 0 1,1-1-1,0 1 1,-1-1 0,1 1-1,0-1 1,0 0-1,-1 1 1,1-1-1,0 0 1,0 0 0,3-1-1,-2 1 3,27-2 27,-1-1-1,1-2 1,-1-1 0,38-13 0,-28 8-213,65-10 1,-99 20-184,-1 1-1,0-1 1,0 0 0,0-1 0,0 1 0,0-1 0,0 0 0,-1 1 0,1-2-1,4-2 1,16-19-9471,-14 8-3143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20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21 188 15975,'-4'-4'1622,"3"3"-1113,-1 0 0,1-1 1,0 1-1,-1-1 0,1 1 0,0-1 1,0 0-1,0 1 0,0-1 1,0 0-1,1 0 0,-1 0 0,0 1 1,1-1-1,-1-3 0,11 1 828,217-41-625,-144 31-686,96-28 1,-15-8 715,-163 50-701,-1 0-1,1 0 1,-1 0-1,0 0 0,1 0 1,-1 1-1,1-1 1,-1 0-1,1 0 1,-1 0-1,1 1 1,-1-1-1,0 0 1,1 0-1,-1 1 1,1-1-1,-1 0 1,0 1-1,1-1 1,-1 0-1,0 1 0,1-1 1,-1 1-1,0-1 1,0 0-1,0 1 1,1-1-1,-1 1 1,0-1-1,0 1 1,0-1-1,0 1 1,0-1-1,0 1 1,0-1-1,0 1 1,3 26-72,-2-18 216,14 428 799,-6-75-933,0-268-44,2 73 4,-11-128-8,-1 0 0,-2 0-1,-1-1 1,-11 41 0,9-59 0,0 8 8,-2 0 0,-2-1 0,-13 30-1,19-50 19,1 0-1,-2-1 0,1 1 1,0-1-1,-1 0 0,0 0 1,-1 0-1,1-1 0,-1 0 1,0 0-1,-1 0 0,1-1 1,-1 0-1,1 0 0,-1-1 1,-12 5-1,-5-2 26,0 0 1,0-2-1,-48 3 1,-75-10-41,140 3-161,4 0-83,0 1 0,0-1-1,0-1 1,1 1-1,-1 0 1,0-1-1,0 1 1,0-1 0,0 0-1,-3-1 1,6 1 95,0 1 0,0 0 0,0 0 0,0 0 0,0 0 0,0-1 0,0 1 0,0 0 0,1 0 0,-1 0 0,0 0 0,0-1 0,0 1 0,0 0 0,0 0 0,0 0 0,0 0 0,0 0 0,1-1 0,-1 1 0,0 0 0,0 0 0,0 0 0,0 0 0,1 0 0,-1 0 0,0 0 0,0 0 0,0 0 0,0 0 0,1-1 0,-1 1 0,0 0 0,0 0 0,0 0 0,0 0 0,1 0 0,1 0-1290,11-6-7000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23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30 352 8628,'-5'0'4214,"-11"1"2494,16-1-6455,-1 0-1,1 0 1,-1 0-1,1 0 1,0 0-1,-1 1 1,1-1-1,-1 0 0,1 0 1,0 0-1,-1 1 1,1-1-1,0 0 1,-1 0-1,1 1 1,0-1-1,0 0 0,-1 1 1,1-1-1,0 0 1,0 1-1,-1-1 1,1 0-1,0 1 1,0-1-1,0 1 0,0-1 1,0 0-1,0 1 1,0-1-1,-1 1 1,16 5 536,-6-3-675,1-1 0,0 0 1,-1 0-1,1-1 0,0 0 0,-1-1 0,16-2 0,3 2-13,697-42-274,-705 40 176,-7 1 2,0-1 0,0-1 1,21-6-1,-34 9-4,0 0 0,0-1 0,0 1 0,0 0 0,0 0 0,0 0 0,-1-1 0,1 1 0,0 0 0,0 0 0,0-1 0,0 1 0,0 0 0,0 0 0,0 0 0,-1 0 0,1-1 0,0 1 0,0 0 0,0 0 0,0 0 0,-1 0 0,1 0 0,0 0 0,0-1 0,0 1 0,-1 0 0,1 0 0,0 0 0,0 0 0,0 0 0,-1 0 0,1 0 0,0 0 0,0 0 0,0 0 0,-1 0 0,1 0 0,0 0 0,-1 0 0,-11-4-16,-58-4-6,0 3 0,-96 5-1,66 1 86,99-1-58,0 1 1,0-1 1,-1 0-1,1 0 1,0 0-1,0 0 0,0 0 1,0 0-1,-1 0 1,1-1-1,0 1 1,0 0-1,0-1 1,0 1-1,0-1 0,0 1 1,0-1-1,0 1 1,-2-2-1,5 1-10,0 0 0,1 0-1,-1 0 1,0 0 0,1 1 0,-1-1-1,1 1 1,3-1 0,-2 1 11,-4 0-5,1 0-1,-1 0 1,0 0 0,1 0 0,-1 0 0,1-1 0,-1 1-1,1 0 1,-1 0 0,0 0 0,1 0 0,-1-1 0,0 1-1,1 0 1,-1 0 0,0-1 0,1 1 0,-1 0-1,0-1 1,1 1 0,-1 0 0,0-1 0,0 1 0,1-1-1,-1 1 1,0 0 0,0-1 0,0 1 0,0-1 0,0 1-1,1 0 1,-1-1 0,0 1 0,0-1 0,0 1-1,0-1 1,0 1 0,0 0 0,-1-1 0,1 1 0,0-1-1,0 1 1,0-1 0,0 1 0,0 0 0,-1-1 0,1 1-1,0 0 1,0-1 0,0 1 0,-1-1 0,1 1-1,0 0 1,-1 0 0,1-1 0,-1 1 0,-20-21 217,17 18-198,3-12 325,1-1 173,0 16-512,0-1 1,0 1-1,0 0 1,-1-1-1,1 1 1,0 0-1,0-1 1,0 1-1,0 0 1,0-1-1,-1 1 1,1 0-1,0-1 1,0 1-1,-1 0 1,1-1-1,0 1 1,0 0-1,-1 0 1,1 0-1,0-1 1,-1 1-1,1 0 0,0 0 1,-1 0-1,1 0 1,0-1-1,-1 1 1,1 0-1,0 0 1,-1 0-1,0 0 1,46 20-161,-21-17 162,0 0-1,0-2 1,0 0 0,29-4-1,-24 2-12,62-7-376,98-21 0,-177 27 253,-1 2 0,1-1 0,14 2 0,0 0-199,-26-1 282,-15-4-557,-26 2 461,0 2 0,-50 5 1,-80 19 210,106-13-80,10-7 64,61-24 373,95 2-461,-73 12 30,-20 5-13,0-1-1,0 0 0,0 0 1,0-1-1,12-6 0,-11 4-61,-9 5 71,1 0 0,-1 0 0,1 0 0,0 0 0,-1-1-1,1 1 1,0 0 0,-1-1 0,1 1 0,-1 0 0,1-1 0,-1 1 0,1-1 0,-1 1 0,1-1 0,-1 1 0,1-1 0,-1 1 0,0-1 0,1 1 0,-1-1 0,0 1-1,1-1 1,-1 0 0,0 1 0,0-1 0,0 0 0,1 1 0,-1-1 0,0 0 0,0 1 0,0-1 0,0 0 0,0 1 0,0-1 0,-1-1 0,-2 1 4,0 0 0,-1-1 0,1 2 1,-1-1-1,1 0 0,-1 1 0,0-1 1,-4 1-1,-5-1-1,8 0 14,0-1 1,0 0-1,0 1 0,1-2 1,-1 1-1,1 0 0,-1-1 1,1 0-1,-7-5 1,-30-37 220,31 34-166,0 0 0,-16-14 0,21 23-7,1 0 1,-1 0-1,1 0 0,-1 1 0,0-1 1,0 1-1,1 1 0,-1-1 0,0 1 0,0-1 1,0 1-1,-6 1 0,4-1 89,22 10-135,-11-6-5,10 5 6,0-1 0,0-1 0,1-1 0,0 0 0,1-1 0,-1 0 0,19 2 0,8 4 5,211 39 8,4-22-371,-253-27 348,-1-1 1,1 0 0,-1 1 0,0 0 0,1-1 0,-1 2 0,0-1-1,4 2 1,-7-3 2,1 0 0,-1 1-1,1-1 1,-1 0 0,0 1-1,1-1 1,-1 0-1,0 1 1,1-1 0,-1 1-1,0-1 1,0 0 0,1 1-1,-1-1 1,0 1 0,0-1-1,0 1 1,0-1 0,0 1-1,1-1 1,-1 1 0,0-1-1,0 1 1,-1 1 15,1-1-1,-1 1 1,1-1 0,-1 0-1,1 1 1,-1-1 0,0 0 0,1 0-1,-1 1 1,0-1 0,0 0-1,-1 1 1,-31 30 422,0-2 0,-61 42 0,1 0-183,82-62-373,-9 5-202,1 1 0,1 1 0,1 0 0,0 1 0,1 1 0,-13 22-1,24-25-3775,3-11 110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24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83 15831,'0'-49'3947,"0"16"1428,0 32-4212,-4 9-288,-8 25-580,2 0-1,1 1 1,2 0-1,1 0 1,1 1 0,1 66-1,29 213 290,-12-188-397,5 100 107,-12 252-1,-8-448-119,-2-1 0,0 1-1,-13 40 1,-36 81 783,46-134-885,0 0 0,1 0 0,1 0 0,1 1 0,0 0 0,-2 35 0,7-52-72,0 0 0,0-1 0,0 1 0,0 0 0,0 0 0,0-1 0,0 1 0,0 0 0,0-1 0,0 1 0,0-1 0,1 1 0,-1-1 0,0 0 0,2 1 0,21 5 0,-13-4 3,0-1 0,0 0 0,0-1 0,0 0 0,0 0 0,0-2 0,0 1 0,0-1 0,-1-1 0,19-6 0,-15 3-24,0 0 1,0-1-1,0 0 1,-1-1 0,-1-1-1,0 0 1,14-13-1,-20 16-685,1-1-1,-2 0 1,1 0-1,-1 0 1,0-1 0,0 0-1,-1 0 1,0 0-1,3-11 1,-1-3-5433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24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0 171 18312,'0'0'4578,"59"-73"-4081,-11 54-305,3 3-176,8 4-16,7 0-16,0 4-913,13-7-1984,-17 7-1841,-5 0-8132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27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 14134,'-6'0'336,"0"1"0,0 0 0,0 0 0,0 1 0,0 0 0,1 0 0,-1 0-1,0 1 1,1-1 0,0 1 0,0 1 0,0-1 0,0 1 0,0 0 0,1 0-1,-8 8 1,-5 8 444,2 0 0,-22 36 0,32-49-647,-14 27 255,0 1 1,2 0-1,2 1 0,1 0 1,-9 42-1,16-49-250,1 2 0,2-1 1,1 1-1,1-1 0,2 1 0,6 60 0,-4-80-125,0 0-1,1 0 0,0 0 1,1 0-1,0 0 1,1-1-1,0 0 0,1 0 1,0 0-1,0 0 0,1-1 1,0 0-1,1-1 0,0 0 1,0 0-1,1 0 1,0-1-1,0-1 0,1 1 1,0-1-1,0-1 0,0 0 1,1-1-1,-1 1 0,1-2 1,0 0-1,0 0 0,1-1 1,10 1-1,-12-2 10,0 0 0,0 0 0,1-1 0,-1 0 0,0-1 0,0 0 0,0-1 1,0 0-1,-1 0 0,1-1 0,-1-1 0,1 1 0,-1-2 0,0 1 0,0-1 0,-1 0 0,1-1 0,-1 0 0,0 0 0,-1-1 0,0 0 0,0 0 0,0-1 0,-1 0 0,0 0 0,8-16 0,-7 11 177,0 0-1,-1-1 1,0 0 0,-2 0-1,1 0 1,-2-1-1,3-19 1,-3 1 106,-1 0 1,-3-41-1,-1 55-243,0 1-1,-2 0 1,0 0 0,-1 1-1,0-1 1,-2 1-1,0 0 1,-1 1-1,-17-28 1,14 28-76,0 0-1,-1 0 1,-1 2 0,-1-1-1,1 2 1,-2 0 0,0 1-1,-1 0 1,-19-11 0,34 23-53,0-1 0,1 0 0,-1 1 0,0-1 1,0 1-1,0-1 0,0 1 0,0 0 0,0-1 1,0 1-1,0 0 0,-1 0 0,1 0 0,0-1 1,0 1-1,0 0 0,0 1 0,0-1 1,0 0-1,0 0 0,0 0 0,0 1 0,0-1 1,0 0-1,0 1 0,0-1 0,0 1 0,0-1 1,-1 2-1,0 0-642,0 1 0,0 0 0,0-1 0,1 1 0,-1 0 0,1 0-1,0 0 1,-1 5 0,-5 14-7737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28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10 7587,'0'0'14580,"0"-2"-12779,1-5-215,-3 27-779,-6 7-399,0 0-1,-2 0 0,-22 43 1,19-45-334,2 0 1,0 1 0,2 0 0,-7 30 0,10-10 204,6-42-616,-1-1 1,1 1-1,0-1 0,0 1 0,1 0 0,-1-1 1,1 1-1,0-1 0,0 1 0,1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28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 18440,'0'0'4304,"21"-16"-2728,72-48-426,-90 62-1109,1-1 0,0 1-1,-1 0 1,1 0 0,0 1-1,1-1 1,-1 1 0,0 0-1,0 0 1,0 0 0,1 1-1,-1-1 1,0 1 0,1 0-1,-1 0 1,1 1 0,-1-1-1,0 1 1,0 0 0,1 0-1,-1 1 1,0-1 0,0 1-1,0 0 1,6 4 0,-4-2-32,-1 1 0,1 0 0,-1 0 0,0 0 0,0 1 0,-1 0 0,0 0 0,0 0 0,0 0 0,-1 1 0,5 11 0,-4-6 1,-1-1-1,0 1 0,0 0 1,-1 0-1,-1 0 1,0 0-1,-1 0 0,-2 23 1,-1-17 17,0-1 0,-1 0 0,-1 1 0,-1-1 0,-10 21 0,-6 3 290,-1-2 0,-2-1 0,-53 63 1,48-67 47,18-21-64,0 1 1,-19 29-1,29-41-281,1 0-1,0-1 1,1 1-1,-1 0 1,0 0-1,0 0 1,1 0-1,-1 0 1,1 0-1,0 0 0,-1 0 1,1 0-1,0 0 1,0 0-1,0 0 1,0 0-1,1 2 1,0-2-9,0-1 1,-1 1 0,1-1 0,0 0-1,0 1 1,0-1 0,0 0-1,0 0 1,0 0 0,0 1 0,1-1-1,-1 0 1,0-1 0,1 1 0,-1 0-1,3 1 1,3 0 14,-1 0 0,1 0-1,-1-1 1,1 1 0,-1-2 0,1 1 0,0-1-1,10-1 1,22-4 10,-1-1 1,43-15-1,-6 2-17,-61 16-81,-2 1-37,1 0 1,-1-1 0,0-1 0,0 0-1,0 0 1,-1-2 0,1 1-1,15-11 1,-27 16-52,1-1 0,-1 1 0,0-1 0,1 1-1,-1-1 1,1 0 0,-1 1 0,0-1 0,1 1 0,-1-1-1,0 0 1,0 1 0,0-1 0,1 0 0,-1 1 0,0-1-1,0 0 1,0 1 0,0-1 0,0 0 0,0 1 0,0-2 0,-1-1-2741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7:28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102 114 20073,'0'0'2668,"21"-13"-1699,74-44-134,-84 51-756,2 0 1,-1 1-1,1 0 1,-1 1 0,1 1-1,0 0 1,1 1 0,-1 0-1,0 1 1,17 0 0,-3 0-44,-3 0 12,0-1 64,1 1-1,-1 1 0,48 6 1,-67-4-32,0 0 0,0-1 1,-1 2-1,1-1 1,-1 0-1,1 1 0,-1 0 1,0 0-1,0 0 1,-1 1-1,1-1 0,-1 1 1,1 0-1,-1 0 1,0 0-1,0 0 0,-1 0 1,1 1-1,-1-1 1,0 1-1,-1 0 0,2 5 1,4 13 262,-1 1 1,-1 0 0,2 31 0,-5-38-263,3 45 359,-5 87-1,-1-16-72,7 3-103,0 143 222,-9-233-313,-1 1 1,-2-1-1,-2 0 0,-14 45 1,12-60-76,-1-1 1,-2 1-1,-29 51 1,32-66-71,-1-1 0,0 0 1,-1-1-1,0 0 0,-1-1 0,0-1 1,-1 0-1,-22 14 0,11-10-28,-1-2 0,0-1 0,-1-1 0,-42 12 0,50-18 0,1-2 0,-1 0 0,-1-1 0,1-1 0,0-1 0,-1-1 0,-35-4 0,52 4-111,0-1-1,0 0 1,0 0-1,0 0 1,0 0-1,0 0 1,0-1-1,0 1 1,1-1-1,-1 0 1,0 1-1,1-1 1,0-1-1,-1 1 1,-2-4 0,1 0-546,0 0 1,0-1 0,0 1 0,1-1 0,-4-10 0,-1-3-5037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8:34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133 206 5442,'0'0'1519,"-8"0"-874,-20-1-157,-43 0 3953,49 1-459,18 1-1532,8 0 310,303 14-232,-250-14-2342,1182-26 1260,-964 7-1123,96-4 26,44-6-126,93-1-75,-47 10 4,-131 2 34,-119 10-135,502-6 69,-544 22-106,-35 0-12,549-4 236,-400-6-190,-105 1 2,1212-6 244,-762 21-222,-293-7-63,127 9-2,176 11 68,-383-25-57,172-2 6,-306-10 292,133-28 1,-220 30-50,-22 4 79,0 1 1,0 0 0,18 0 0,-9-1-208,-41-2-536,-7-3-247,-22-13-2827,-5-11-5589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9:24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194 214 8452,'-18'0'1336,"1"0"-1,0 2 1,-1 0 0,-16 5 0,29-6-1095,-1 1 0,1 0 0,-1 0 0,1 0 0,0 0 0,0 1 0,0 0 0,0 0 0,0 1 0,0-1 0,1 1 0,0 0 0,0 0 0,0 0-1,0 1 1,-3 6 0,6-10-207,0 0 0,1 0 0,-1 0 0,1 0 0,-1 0-1,1 0 1,0 1 0,-1-1 0,1 0 0,0 0 0,0 0-1,0 0 1,0 1 0,0-1 0,0 0 0,0 0-1,0 0 1,0 1 0,1-1 0,-1 0 0,0 0 0,1 2-1,1-2 24,-1 1 0,0 0 0,1-1-1,-1 1 1,0-1 0,1 0 0,0 1 0,-1-1-1,1 0 1,0 0 0,0 0 0,2 1-1,7 3 201,1-1 0,0-1 0,20 4 0,-23-6-181,48 9 202,104 2 0,60-15-121,46-18-62,83-2 12,-272 31-107,-66-7 15,-1-2-1,1 0 0,0 0 1,15-4-1,-22 3-8,0 0 0,0 0 1,0 0-1,0 0 0,0-1 0,-1 0 1,1 0-1,-1 0 0,0 0 1,0-1-1,5-5 0,9-5 40,-17 13-42,0 0 0,1 1 0,-1-1 0,0 0 0,0 0 0,0 0 0,0 0 0,1 0 0,-1 0 0,-1 0 0,1 0 0,0-1 0,0 1 0,0 0 0,-1 0 0,1-1 0,0 1 0,-1-1 0,1 1 0,-1 0 0,0-1 0,1 1 0,-1-1 0,0 1 0,0-3 0,0 2 7,-1 0 0,1 0 1,0 1-1,-1-1 1,1 0-1,-1 0 0,0 0 1,1 1-1,-1-1 1,0 0-1,0 1 0,0-1 1,0 0-1,-1 1 1,1 0-1,0-1 1,-1 1-1,1 0 0,-1 0 1,1-1-1,-1 1 1,1 0-1,-4-1 0,-5-2 4,1 0-1,-1 0 0,-13-2 0,9 2-16,-42-11 34,15 4-4,1-2-1,-43-19 0,-65-45 1475,128 63-989,13 5-245,7 9-265,0-1 0,0 1 0,0 0-1,0 0 1,0-1 0,0 1 0,0 0 0,0 0 0,0-1 0,1 1 0,-1 0 0,0 0 0,0 0-1,0-1 1,0 1 0,0 0 0,1 0 0,-1 0 0,0 0 0,0-1 0,0 1 0,0 0 0,1 0-1,-1 0 1,0 0 0,0 0 0,1 0 0,-1 0 0,0-1 0,0 1 0,0 0 0,1 0 0,-1 0-1,0 0 1,0 0 0,1 0 0,-1 0 0,0 0 0,1 0 0,21-2-2,1 1 0,-1 1 1,1 0-1,37 7 0,92 26 8,-111-22-8,6 0 13,60 24-1,-94-30-10,0 1-1,0 0 0,-1 1 1,0 0-1,0 0 0,-1 2 1,0-1-1,-1 2 0,15 14 1,-21-18 4,0 0 0,-1 0 0,1 0 0,-1 0 0,-1 0 1,1 1-1,-1-1 0,0 1 0,0 0 0,0 7 1,0 2 37,-1 0 1,-1 0-1,-1 20 1,-1-27 20,1 0-1,-2 0 1,1 0-1,-1-1 1,0 1 0,-1 0-1,0-1 1,-1 0-1,1 0 1,-1 0 0,-1-1-1,0 0 1,-12 12-1,-8 6 84,0-2-1,-37 23 0,59-42-156,-103 63 64,16-10-34,16-6-505,67-46-2537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9:33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48 197 9604,'0'0'5662,"-7"3"-4731,-34 14 2340,167-13 728,238-21-2364,-115 2-1373,258-16 290,94-3-104,199-4-266,-578 25-142,210-18 91,-140 8-81,128 7 9,-331 14-27,665 11 141,-282 5-87,-289-9-15,291 0 68,-178-3-77,97 11-89,75 1 104,1320-34 49,-1225-2-81,-414 16-68,229 21 1,-180-1 62,-131-10-32,377 3 8,-11-1 0,-16 50 507,-374-51-61,84-1 1,-101-4-84,-26 0-320,-27-8-225,-34-26-3438,30 13-2772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9:3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14 421 2081,'0'0'7019,"-14"-4"5368,20 2-12233,0 0-1,0 0 0,0 0 1,0 0-1,1 1 0,-1 0 1,0 1-1,1-1 1,-1 1-1,0 0 0,9 2 1,16-2 265,486-3 971,39-1-1185,-5-29 43,-118-19-2,-189 20-110,172-23 3,99 2-47,-145 17-72,-266 24-6,211-18 49,-100 24-66,-131 6 133,136-16-1,-136 7 355,135 4 0,-173 5-203,-34 0-131,0 0 1,1 1 0,-1 1 0,0 0-1,16 5 1,-19-2 88,-21-7-96,-15-11-1879,-27-17 1,6-1-6373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9:38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85 165 11669,'0'0'6104,"-12"6"-4650,-13 7-896,-22 13 2817,88-25-1990,246-25-40,-131 7-1258,1208-37 791,-1075 66-784,-1 0-9,-230-11-77,17 0 3,0-3-1,100-16 1,166-55-1,-298 60-27,-33 9 143,0 1 0,0 0 0,0 1 0,1 0 0,17-1 0,-31 2-763,-24-3-2305,8 0-2541,-10-6-11261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9:41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1068 169 2289,'0'0'6774,"0"-6"-5221,-2-8-547,-1-1 1,-1 1 0,0 0 0,-1 1 0,-1-1 0,-11-20 0,15 30-921,-1 1 0,0 0 0,1 0 0,-1 1 0,0-1 0,0 1 0,-1-1 0,1 1 0,0 0 0,-1 0 0,1 0 0,-1 1 0,0-1 0,1 1 0,-1 0 0,0 0 0,-6-1 0,-8 0 276,-1 0 0,-27 2 0,28 0-64,-41 0 444,1-1 152,0 2 1,-88 14 0,110-9-548,0 3 0,0 1 0,0 2 1,-54 26-1,73-29-258,0 0 0,1 2-1,0 0 1,1 1 0,0 0 0,1 2 0,0-1-1,1 2 1,0-1 0,-16 29 0,15-22 3,2 1-1,1 0 1,1 0 0,-10 32 0,6-3-6,3-17-12,1 0 0,2 0 0,2 1 0,-4 61 0,10-90-67,0 19 25,0 1 0,1 0 1,2-1-1,0 1 0,10 32 0,-7-39-19,1 1-1,0-1 1,2 0-1,0-1 1,1 0-1,1 0 1,1-1-1,0-1 1,19 21-1,-23-31-2,0 1 0,0-1 0,1 0 0,-1-1 0,1 0 0,0 0 0,1-1 0,-1 0 0,1-1 0,0 0 0,17 3 0,8-1 17,0-2-1,37 0 1,-36-3-24,233 0 72,-246-2-66,0-1 1,0-1 0,-1 0-1,1-2 1,30-12-1,102-55 57,-118 54-50,-27 15-15,-1-1 1,1 0-1,-1-1 1,0 0-1,-1 0 1,14-14-1,-11 9 15,-1 1-1,17-13 0,-19 17-7,1 0 0,-2-1-1,1-1 1,-1 1-1,0-1 1,0-1-1,5-9 1,-2-2 82,0-1 0,-1 0-1,-2-1 1,0 0 0,-1 0 0,2-23 0,-3 0 157,-2 0 1,-2-48-1,-3 77-174,0 0 0,-1 1 0,0-1 0,-1 1 0,-1 0 0,-1 0 0,0 1 0,0-1 0,-2 1 0,-10-16 0,-10-10 194,-64-71 0,74 92-237,1 2 1,-2 0-1,0 2 1,-33-21-1,39 28-32,-2 0 0,1 1 0,-1 0 0,1 2 0,-2 0 0,1 0-1,-1 1 1,-15-1 0,22 4-89,1 1 0,-1 0 0,1 0 1,-1 1-1,1 0 0,-1 1 0,1-1 0,-12 5 0,-1 3-1336,-35 20 0,40-21 388,-27 15-4855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9:43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840 171 8116,'0'0'5792,"-3"-13"-3383,0 1-1966,0-1 72,0-1 1,-1 1-1,0 0 0,-13-24 1,14 33-375,-1 0 1,1 0-1,-1 0 0,0 0 1,0 1-1,-1 0 0,1 0 1,-1 0-1,1 0 0,-1 1 1,0-1-1,0 1 1,0 1-1,0-1 0,-1 1 1,-8-2-1,-10 0 402,1 0 0,-33 2 0,50 1-381,-15 1 61,1 1 1,-1 0-1,0 2 1,1 1-1,0 0 0,-32 13 1,13-1 11,0 2 1,-42 28-1,62-34-150,1 0 0,1 1 0,0 1 0,0 0 0,2 1 0,0 1 0,1 1 0,1 0-1,0 1 1,1 0 0,-9 23 0,-1 9 232,-15 59 1,30-84-260,1 1 0,2 0 0,0 1 1,1 33-1,3-47-29,-1 22 10,2-1 0,1 1 0,2-1 0,11 49 0,-1-32 1,-8-24-10,1 0-1,2 0 0,1-1 1,1-1-1,19 33 0,-20-42-21,1 0 0,0 0 0,1-1 0,1-1 0,1 0 0,0-1 0,28 22 0,-19-21 4,0-2-1,1-1 1,1-1-1,33 11 1,-5-7 30,59 10 0,-88-20-36,0-1 0,0-2 1,0 0-1,1-2 1,-1-1-1,0 0 0,1-2 1,-1-1-1,32-9 1,-19 0 16,-1-1-1,-1-1 1,0-2 0,-1-2 0,-1-1 0,33-26 0,-20 10-8,-3-2 1,-1-2-1,-2-2 1,63-85-1,-96 117-11,-1-1 0,0 0 0,-1 0 0,0 0 0,0-1-1,-2 0 1,1 0 0,2-20 0,-3 3 37,-1 0 0,-3-47 0,0 60-7,-2 1 0,0-1 0,0 1 0,-2 0 0,0 0 1,-1 0-1,-14-28 0,-66-89 295,82 126-315,-25-32 56,0 1 0,-2 2 0,-2 1 1,-50-39-1,56 51-47,-1 2 1,-1 2-1,0 0 0,-2 2 1,0 1-1,-54-18 1,76 30-76,1 1 0,-1-1 0,0 2 0,0-1 0,0 1 0,0 0 0,0 1 1,0 0-1,0 1 0,0 0 0,0 0 0,0 1 0,1 0 0,-1 0 0,0 1 0,1 0 1,0 1-1,-1 0 0,-13 9 0,-102 70-5663,62-44-2403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9:44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842 123 9572,'0'0'5093,"-1"-18"-4071,-8-54 3,8 71-994,1-1 1,0 1 0,-1-1 0,1 1-1,-1-1 1,1 1 0,-1 0 0,0-1-1,0 1 1,0 0 0,0-1 0,0 1-1,0 0 1,0 0 0,0 0 0,0 0-1,0 0 1,-1 0 0,1 0-1,0 0 1,-1 0 0,1 1 0,0-1-1,-1 0 1,1 1 0,-1-1 0,1 1-1,-1 0 1,0 0 0,1-1 0,-1 1-1,1 0 1,-1 0 0,-1 1 0,-4-2 73,-14 0 123,0 1 0,0 1 0,0 0 0,1 2 0,-1 0 0,1 1 0,-1 1 0,1 1 0,1 1 0,-1 1 0,1 1 0,-21 13 0,2 0 50,1 3-1,2 1 1,0 1-1,-54 58 1,58-53-60,3 2 0,1 2 0,1 0 0,2 1 0,-28 59 1,38-64-11,1 0 0,2 1 0,1 0 0,1 0 1,2 1-1,2 0 0,-3 56 0,8-54 24,1-1 0,1 0 0,13 60 0,-9-74-81,0 1 0,2-1 0,0 0-1,1-1 1,1 0 0,1-1 0,14 19 0,-6-13-67,0-1 1,1-2 0,2 0 0,0-1-1,1-1 1,1-1 0,1-1 0,1-1-1,0-2 1,1 0 0,1-2 0,30 10-1,-22-10-36,-1-2-1,2-2 0,-1-2 0,1-1 0,53 2 1,-64-7-27,1-2 1,-1-1-1,0-1 1,0-1 0,0-1-1,0-1 1,-1-2-1,37-15 1,-30 7-8,0 0 1,-1-2-1,-1-2 0,-1-1 1,-1-1-1,-1-1 1,30-33-1,-39 37-2,-1-2 1,-2 0 0,0-1-1,-1-1 1,-1 0-1,-1-1 1,-2 0 0,0-1-1,-1 0 1,7-38-1,-10 34 5,-2 0 0,-1 0 0,-2 0 0,-1-30 0,-2 38 11,-1 1 0,0 0 0,-1 0 0,-1 1 0,-1-1 0,-14-29 0,3 17 1,-1 0 0,-1 1 0,-2 2 1,-1 0-1,-1 1 0,-2 1 0,0 2 1,-2 0-1,-58-41 0,35 34-14,-1 2-1,-2 2 0,0 2 1,-2 3-1,-74-21 0,103 37-57,0 1 0,0 1 0,0 2 0,-1 0 0,-43 2 0,61 2-128,1-1 1,-1 2-1,1-1 1,-1 1-1,1 0 1,0 1-1,-14 6 1,2 2-1371,-29 20 1,21-13-981,-28 17-6113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29:4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55 12134,'-10'-8'290,"-3"-5"4802,16 11-3005,11 5-2094,31 10 712,0-3 0,0-2 0,63 4 0,144-7 586,-230-5-1222,394-4 936,81 0-101,0 21-246,979-5 219,-631-39-396,-42 3-12,63-10-325,-596 26-115,260-3 22,96 27-13,856 46 23,-534-8-13,-409-30-128,-272-16 93,186 19-32,-145-6-36,65-16 87,-214-7-22,105 0-10,429 13-13,-185 29 50,362 20 51,-563-50-96,243 14-58,-341-6 69,309 22 57,1-22 7,-207-27 131,-282 8-124,-21 2 7,0-1 1,-1-1 0,1 1-1,0-2 1,0 1 0,9-4-1,-17 5-82,-1 0 0,0-1 0,1 1 0,-1 0 0,1-1 0,-1 1 0,0 0 0,1-1 0,-1 1 0,0 0 0,1-1 0,-1 1 0,0-1 0,1 1 0,-1-1 0,0 1 0,0-1 0,0 1 0,0-1 0,1 1 0,-1-1 0,0 1 0,0-1 0,0 1 0,0-1 0,0 1 0,0-1 0,0 1 0,0-1 0,0 1 0,-1-1 0,1 1 0,0-1 0,0 1 0,0-1 0,0 1 0,-1-1 0,1 1 0,0 0 0,-1-1 0,1 1 0,0-1 0,-1 1 0,1 0 0,0-1 0,-1 1 0,0-1 0,-19-19-771,19 19 653,-24-23-2861,-2-3-4082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0:28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287 580 4914,'0'0'2404,"-22"2"-2297,-4-1-94,-122 6 83,135-6-74,6-1-10,1 0 0,0 0 0,0 0 0,-1-1 0,-8-2 0,13 2-19,0 1-1,1-1 1,-1 0-1,1 0 1,-1 0 0,1 0-1,-1 0 1,1 0 0,0 0-1,-1 0 1,1 0-1,0-1 1,0 1 0,0 0-1,0-1 1,0 1-1,0-1 1,1 0 0,-1 1-1,0-1 1,1 1 0,-1-1-1,1 0 1,-1-1-1,-2-53 4733,3 55-4527,1 1 1,-1-1-1,0 0 0,0 0 0,1 0 1,-1 0-1,0 0 0,1 0 0,-1 0 1,1 1-1,-1-1 0,1 0 0,0 0 1,-1 1-1,1-1 0,0 0 0,-1 1 1,1-1-1,0 1 0,0-1 0,0 1 1,-1-1-1,1 1 0,0-1 0,1 1 1,30-9 792,-19 6-224,538-129 3045,44 65-2785,7 49-715,-177 0-190,-117 2-30,540-34 193,-602 33-167,233-5-2,-291 15-96,-58 5 5,247 31 0,215-2 30,-286-23-32,7 5 33,348-34 0,346-26-19,-497 52 13,540-3-38,-586-33 81,135 10-39,-412 23-28,-148 1-22,216 4-21,-121 15 526,-87-10-102,87 4 0,-130-12 193,-5-2-247,-14-3-159,-25-4-231,11 7 45,4 1-48,-34-7 0,-34-13-1151,24 3-3506,-8-5-7448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0:12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86 9748,'-23'3'3152,"-38"-2"0,46-1 1357,16 1-4473,-1 0 0,0-1 0,1 1 0,-1 0 0,1-1 0,-1 1 0,1 0 0,-1-1 0,1 1 0,0-1 0,-1 1-1,1-1 1,0 1 0,-1-1 0,1 0 0,0 1 0,0-1 0,-1 0 0,1 1 0,0-1 0,0 0 0,-1 0 0,1 0-1,0 0 1,0 0 0,1 0 0,26 3 675,-25-3-668,241-1 1522,72 5-1335,173 4 427,-299-24-210,36-1-257,-147 16-142,155-8 30,47-11-12,-42 11-30,-63 3-10,12-6-42,106 8 58,61-6-18,-261 3-8,-1 3-1,158 15 0,53-2-2,-212-10-13,285-7 8,367 18 32,-536-11-49,312 6 29,-434 2-17,47 0-12,262-3 16,205-2 64,-349-12-43,60-2 35,-215 11-25,-28-1 492,77 7 1,-70 12 53,-131-38-2542,19 3-4117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0:15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453 334 3698,'-250'4'14505,"236"-4"-13971,-1 1 1,1 1-1,0 0 1,0 1-1,0 0 0,0 1 1,1 1-1,-1 0 1,1 1-1,0 0 0,1 1 1,-20 14-1,32-21-490,-1 0 0,1 1 0,-1-1 0,1 0 0,-1 1 0,1-1 0,0 1 0,-1-1-1,1 1 1,-1-1 0,1 1 0,0-1 0,-1 1 0,1-1 0,0 1 0,0-1 0,0 1 0,-1-1 0,1 1 0,0 0-1,7 6 324,22-2-281,-21-5 44,57 7 172,127-4 1,-101-4-265,241-6 62,406-61 0,-224-23-66,-226 36 7,-117 21-32,114-18 6,248 3 3,-235 33-63,-126-6 99,35-2-33,-127 17 36,-46 3 74,1 1 0,0 2 0,51 5 0,-69 0-34,0 0-1,-1 2 1,0 0 0,0 1-1,0 0 1,16 11-1,2 1 287,-28-17-313,0 0 0,-1-1-1,1 1 1,0-1 0,0 0-1,0-1 1,0 0 0,0 1 0,7-2-1,0 1 19,-7-1-46,-7-2-45,-16-3-218,-89-14-4253,45 5-3892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0:21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1716 9893,'-10'1'11933,"24"0"-9351,27 1-2565,70-11 819,-39 1-632,449-6 350,-343 13-465,-39-5 34,170-27-1,317-45 104,-63 10-126,-189 3-80,47-7-3,-173 30 13,77-8 4,-62 21-18,-185 16-8,102-29 0,-86 14 8,94-42 0,-180 67-12,-1-1-1,1-1 0,-1 1 1,1-1-1,-1 0 0,-1-1 1,1 0-1,-1 0 0,0 0 0,-1-1 1,1 0-1,5-9 0,-6 6 9,0 0 0,-1 0 0,0 0 0,-1 0 0,0 0 0,0-1 0,-1 0 0,-1 1 0,1-19 0,-2 12-1,-1 0 1,0-1-1,-2 1 1,0 0-1,-1 0 1,0 0-1,-2 1 1,0 0-1,-1 0 0,0 0 1,-1 1-1,-1 0 1,-11-15-1,0 2 13,-1 0 0,-1 2 0,-1 0 0,-1 2 0,-1 1 0,-53-38 0,10 18 38,-1 2 1,-3 4-1,-1 3 0,-1 3 0,-154-42 1,43 20 250,-112-26 222,205 63-510,-171-7 0,-98 24-32,-2 15 47,242-15-19,-298 16-45,-95 48 24,-35-49 35,382-17-41,138 3-1,1 1-1,-1 2 0,1 1 0,-50 17 0,-11 3 18,1-3-18,-168 69 0,233-83 4,0 2 1,1 0-1,1 2 0,0 0 1,1 1-1,0 1 0,1 1 1,1 1-1,0 1 0,2 0 0,0 1 1,-18 28-1,26-31-2,1 0 1,1 0-1,1 0 0,0 1 1,1-1-1,-4 30 0,-1 5 14,-3 4-15,2 1 0,2 0 0,3 0 0,2 77 0,6-115 6,0 1-1,0-1 1,2 0-1,0 0 1,1-1-1,1 1 1,1-1-1,0-1 1,1 0-1,1 0 1,0 0-1,1-1 1,1-1-1,0 0 1,19 16-1,-9-12 4,1-1 0,1-1 0,0-2 0,51 24 0,113 32-1,-172-65-1,53 18 14,0-4 0,1-2-1,1-4 1,0-3 0,100 2 0,104-16-577,-292 4-2129,-3 0-3196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0:33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200 201 3442,'0'0'2921,"-16"-1"-1494,-127-12 3674,113 13-1317,19 0 988,22 0-2835,-8 2-1799,0-1-1,-1 0 1,1 1 0,0-1-1,-1 1 1,1 0 0,3 3-1,16 10 83,-9-10-128,0 0-1,1-1 1,-1-1 0,1 0 0,20 1 0,74 1 227,-93-4-301,545-1 572,-5 0 359,-141-17-724,240-19-52,-159 45-143,-309-4 47,435-11-37,-173-2 34,-147-8-56,-46 0-1,136 7 2,-105-10-6,205 0 209,-121 0 23,-183 5-120,-8 0 366,10 3-37,59-2 512,-201 17 581,-46-4-1304,-3 0-278,-19-5-1238,-37-14 0,40 13-65,-27-13-3675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03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1042 49 12774,'0'0'3559,"-18"-8"-2124,3 1-1169,4 1-95,0 1-1,0 1 0,0 0 0,-1 0 1,1 1-1,-1 0 0,0 1 0,0 1 1,-14-1-1,-7 2 456,-1 1 0,0 2-1,-57 12 1,79-12-497,0 0 0,1 1-1,-1 0 1,1 1 0,0 1 0,1-1 0,-1 2-1,1-1 1,0 2 0,1-1 0,0 1-1,0 1 1,-14 17 0,16-17-57,1 0-1,1 0 1,0 1 0,0 0-1,1 0 1,0 0-1,1 0 1,0 0 0,-2 19-1,3-14 4,1 1 0,1-1 0,1 1 0,0-1 0,6 31-1,6 0 40,2 0-1,2-2 0,30 57 1,-39-84-87,24 51 28,-4 1 1,34 127-1,-51-151-43,-3 1-1,-1-1 0,-3 2 1,-1-1-1,-7 78 1,0-96 0,0 1 0,-3-1 0,0 0 0,-1-1 0,-2 0 0,-1 0 0,-1-1 1,-1 0-1,-26 36 0,11-24 7,-1-1 0,-2-2 0,-1-1 0,-2-2 0,-42 32 0,-21 8 77,-149 85 0,242-154-75,0-1 0,0 0 0,-1 0-1,1 0 1,0-1 0,-9 2 0,12-3-13,1 0 0,0 1 0,-1-1 0,1 0 0,-1 0 0,1 0 0,-1-1 0,1 1 0,0 0 0,-1 0 0,1 0 0,-1 0 0,1 0 0,0 0 0,-1-1 0,1 1 0,-1 0 0,1 0 0,0-1 0,-1 1 0,1 0 0,0 0 0,-1-1 0,1 1 0,0 0 0,0-1 0,-1 0 0,1 0 5,-1-1 0,1 1 0,0 0 0,0-1 0,0 1 0,0 0 0,0-1 0,1 1 0,-1 0 0,0-1 0,0 1 0,1 0 0,0-3 0,2 0-14,-1-1 0,1 1 0,0 0 0,0 0 0,0 0 0,0 0 1,1 1-1,-1-1 0,1 1 0,0 0 0,0 0 0,0 0 0,0 1 0,1 0 0,8-4 0,-2 1-5,0 1 0,0 1-1,0 0 1,0 1 0,1 0 0,11-1-1,-1 2 3,1 1-1,-1 1 0,1 1 1,-1 1-1,32 9 0,-43-9 4,1 1-1,-1 1 0,0-1 1,0 2-1,0 0 0,-1 0 1,0 0-1,0 2 0,0-1 1,-1 1-1,13 15 0,-11-9-95,-1 0 1,-1 1-1,0 0 0,-1 1 0,0 0 0,-1 0 1,-1 0-1,7 34 0,-2 6-876,3 82 1,-1-8-446,-5-74-2018,1-6-1924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03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12166,'0'0'5031,"6"-8"-3990,22-24 298,-26 30-1200,0 1 1,1-1-1,-1 1 1,1 0-1,-1-1 1,1 1-1,0 0 1,-1 0-1,1 1 0,0-1 1,0 1-1,-1-1 1,1 1-1,0 0 1,0 0-1,0 0 1,5 1-1,-3 0-34,0 0 0,-1 0 0,1 0 0,0 1 0,-1 0 0,1 0 0,0 0 0,5 4 0,3 5 92,0 0-1,0 1 1,-1 1 0,0 0 0,-1 1-1,-1 0 1,0 0 0,11 23 0,-4-3 274,-1 0 1,19 68-1,-13-17-187,-4 1 0,-4 0 0,4 121 0,-18 263 805,-2-402-838,1-42-139,2-1-1,0 1 1,2-1-1,0 0 1,2 1-1,13 38 1,-14-53-76,1 0 0,0 1 0,1-2 0,0 1 0,1-1 0,0 0 0,0 0 0,1 0 1,1-1-1,-1-1 0,2 1 0,-1-2 0,1 1 0,0-1 0,17 9 0,-12-9-9,1-1 0,-1 0 0,1-1 0,0 0 0,1-1 0,-1-1 0,1-1-1,-1 0 1,1-1 0,33-3 0,-44 1-20,-1 0-1,1 0 1,-1 0-1,0-1 1,1 0-1,-1 0 1,0-1-1,0 1 1,-1-1-1,1 0 1,0 0 0,-1-1-1,5-4 1,3-5 8,0 1 1,-2-1 0,10-15 0,-17 25-21,-1 0-1,-1 0 1,1 0-1,0 0 1,-1 0 0,1-1-1,-1 1 1,0 0 0,0-1-1,0 1 1,-1-1-1,1 1 1,-1-1 0,0 1-1,0-1 1,0 1-1,-1-4 1,0 3-358,0 1 1,0 0-1,0 0 0,-1-1 0,1 1 0,-1 0 1,0 0-1,0 1 0,0-1 0,0 0 1,-4-3-1,-15-15-8721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52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878 8 17272,'0'0'432,"-21"-2"-104,7 1-217,5-1-12,1 1 0,-1 0 0,0 1 0,0-1 0,0 2 0,0-1 0,1 2 0,-1-1 0,0 1 0,1 0 0,-1 1 0,1 0 0,0 0-1,-1 1 1,-6 4 0,-14 12 338,0 1-1,2 1 1,1 2-1,0 0 1,-26 35-1,8-3 134,-62 107 0,45-55-174,5 2 0,-63 179 0,90-201-218,4 2-1,4 1 1,4 1-1,-6 103 1,17-98-64,4-1 1,4 1-1,5-1 0,23 118 1,-19-166-88,2 0 0,2-1 0,2-1 0,25 46 1,-26-61-19,2 0 1,2-2 0,0 0 0,2-1 0,1-1 0,37 32-1,-51-50-10,1 0 0,0-2 0,1 1 0,-1-1 0,1-1-1,1 0 1,-1 0 0,1-1 0,0-1 0,0 0 0,0 0-1,1-1 1,-1-1 0,1 0 0,25 0 0,-11-3 11,-1 0 0,1-2 0,-1-1 0,0-1 0,0-1 0,30-12 1,-18 3 18,0-1 0,-1-2-1,46-31 1,-56 31-10,-1-2 0,-1 0 0,0-2 0,-2-1 0,-1 0 0,-1-2 0,19-28 0,-15 14 9,-2 0 0,-2-1 0,-2-1 0,21-63 0,-18 29 37,25-141-1,-16-77 52,-18 92-17,-15-247 1,-4 364 3,-4 2 1,-3-1 0,-4 2 0,-3 0 0,-54-137-1,69 206-94,0 1-1,-1-1 0,0 1 0,-1 1 0,0-1 1,-1 1-1,-13-14 0,14 18-11,0 1-1,0 0 1,-1 0-1,1 0 1,-1 1-1,0 0 1,0 0-1,-1 1 1,1 0-1,-1 1 1,-10-2-1,2 0-81,0 1-1,0 1 0,0 1 0,0 0 1,0 1-1,0 1 0,0 1 0,1 0 0,-1 1 1,0 1-1,1 1 0,-23 8 0,12 1-813,-1 1 1,-24 18-1,-17 18-4160,7 3-5042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53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18 21210,'0'0'242,"-18"-4"-119,4 1-86,8 0-15,0 1 0,-1 1 1,1-1-1,-1 1 1,1 0-1,-1 1 1,0-1-1,1 1 1,-1 1-1,0-1 0,1 1 1,-1 0-1,1 1 1,-1 0-1,1 0 1,0 0-1,-11 5 0,8 0 142,1-1 0,-1 1 0,1 0 0,1 1 0,-1 0 1,-8 12-1,2 1 279,-22 43 1,-29 95 399,21-22-533,6 1 0,6 2 0,6 2 0,6 0 0,-1 171 0,22-208-161,4 1 0,35 190 0,-12-168-103,82 227-1,-92-306-97,2 0 0,2-1 0,2-1-1,50 71 1,-69-110-245,1-1 0,0 0 0,1-1 0,0 1-1,0-1 1,0-1 0,0 1 0,1-1 0,0-1 0,0 1 0,1-1 0,16 5 0,-6-4-1311,-1-1 1,1-2 0,0 0 0,-1 0 0,23-3 0,31-2-11055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53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15671,'0'0'4098,"-4"19"-2895,-3 18-316,1 0 0,-1 61-1,7-44-445,16 490 1122,-9-471-1290,10 177 54,-16-243-315,-3 22 6,2-28-14,0 0 0,0 0 0,0 0-1,-1 0 1,1 0 0,0 0 0,-1 0 0,1 0 0,-1 0 0,1 0-1,-1 0 1,1-1 0,-1 1 0,0 0 0,0 0 0,1 0-1,-1-1 1,0 1 0,0 0 0,0-1 0,-1 1 0,2 0-1,0-1 0,0 0 0,-1 0 0,1 0 0,0 0-1,0 0 1,0 0 0,-1 0 0,1 0 0,0 0 0,0 0 0,-1 0 0,1-1 0,0 1 0,0 0 0,-1 0 0,1 0 0,0 0 0,0 0 0,0 0 0,-1 0 0,1 0 0,0-1 0,0 1 0,0 0 0,0 0 0,-1 0 0,1-1 0,0 1-1,0 0 1,0 0 0,0 0 0,0-1 0,0 1 0,0 0 0,0 0 0,-1 0 0,1-1 0,0 1 0,0 0 0,-2-15 44,1 11-26,-3-36-5,2-1 1,2 1-1,1-1 0,2 1 1,12-55-1,59-190-63,1 74 18,-66 190 27,0 1 0,2 1 1,1-1-1,0 2 0,1 0 0,2 0 0,-1 1 0,18-15 0,-27 28 2,1 0 0,0 0-1,-1 0 1,1 1-1,0 0 1,0 0-1,1 0 1,-1 1-1,10-2 1,-12 3 0,0 0 1,0 1-1,0 0 1,0 0-1,0 0 0,0 0 1,0 0-1,1 1 1,-1 0-1,0 0 1,0 0-1,0 0 0,-1 0 1,1 1-1,0 0 1,6 4-1,-2 0 14,0 1 0,0 1 0,-1-1 0,0 2 0,0-1 0,-1 0 0,0 1 0,8 17 0,-1 1 22,18 53 0,-18-32 7,-2 0 1,-3 1 0,-1 0 0,-2 0 0,-3 0 0,-6 85-1,-13-31 22,12-81-74,1 0-1,0 0 1,2 0-1,1 0 1,1 26-1,0-46-91,0 0 0,1-1-1,-1 1 1,0 0 0,1-1 0,-1 1-1,1 0 1,-1-1 0,1 1-1,0-1 1,0 1 0,0-1 0,0 1-1,0-1 1,0 1 0,0-1-1,0 0 1,1 0 0,-1 0-1,0 0 1,1 0 0,-1 0 0,1 0-1,-1 0 1,1 0 0,-1-1-1,3 2 1,3-1-1090,0 0 1,-1 0-1,1 0 0,0-1 0,12-1 0,-10 1-534,26-2-7402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53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21706,'0'0'2348,"-3"20"-953,-5 44-385,2 123 0,56 360 580,-29-399-1458,5 51-216,-28-178-817,2-20 718,0 0 0,0-1-1,-1 1 1,1 0 0,0-1 0,-1 1 0,1-1-1,-1 1 1,1-1 0,-1 1 0,1-1 0,-1 1-1,1-1 1,-1 1 0,0-1 0,1 0 0,-1 1-1,0-1 1,1 0 0,-1 0 0,0 0 0,1 1-1,-1-1 1,0 0 0,1 0 0,-1 0 0,0 0-1,-1 0 1,-15-4-5934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5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16183,'0'0'8495,"24"-4"-7289,170-25-107,200-28-880,-215 30-326,-112 18-715,23-3-3232,-31 0-3321,-26 4-3083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54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18424,'0'0'5664,"6"23"-4343,5 10-928,28 110 633,17 135 411,-21-90-1052,-20-122-346,-6-35-18,-2 1-1,-2-1 0,3 44 0,-8-75-19,0 0 0,0 0 0,0 0 0,0 0 0,0 0 0,0 0 0,-1 0 0,1 0 0,0 0 0,0 0-1,0 1 1,0-1 0,0 0 0,0 0 0,0 0 0,0 0 0,-1 0 0,1 0 0,0 0 0,0 0-1,0 0 1,0 0 0,0 0 0,0 0 0,0 0 0,-1 0 0,1 0 0,0 0 0,0 0 0,0 0 0,0 0-1,0 0 1,0 0 0,0 0 0,0 0 0,-1 0 0,1 0 0,0 0 0,0-1 0,0 1 0,0 0-1,0 0 1,0 0 0,0 0 0,0 0 0,0 0 0,0 0 0,-1 0 0,1 0 0,0 0 0,0-1 0,0 1-1,0 0 1,0 0 0,0 0 0,0 0 0,0 0 0,0 0 0,0 0 0,0-1 0,0 1 0,-10-15 15,1-1 1,1-1 0,0 0 0,1 0-1,1 0 1,-7-30 0,2-1-16,2-1 0,2 0 0,2-1 1,2 0-1,4-50 0,2 60-10,2 0 1,1 0-1,2 1 0,2 0 1,1 0-1,28-61 1,-32 87 1,0 0 1,0 1 0,1-1 0,1 1 0,0 1 0,1 0 0,0 0 0,0 1 0,24-18 0,-28 24 2,0 0 0,0 0 0,0 1 0,0 0 0,1 0 0,0 1 0,-1 0 0,1 0 0,0 0 0,0 1 0,0 0 0,0 0 0,0 1 0,0 0 0,0 0 0,0 0 0,0 1 0,0 0 0,0 1 0,0 0 0,-1 0 0,13 5 0,-9-1 3,0 0-1,-1 0 0,0 1 0,0 1 1,0 0-1,-1 0 0,0 0 0,-1 1 1,0 0-1,0 1 0,5 10 0,4 9 11,-1 0 0,18 51 0,-22-43 2,0 1 1,-3 0 0,-1 0-1,-2 1 1,1 75-1,-6-104-6,-1 1 0,0-1 0,0 0 0,-3 11-1,3-19 1,1 1-1,-1-1 1,0 0-1,1 0 1,-1 0-1,0 1 0,0-1 1,0 0-1,-1 0 1,1-1-1,0 1 1,-1 0-1,1 0 1,-1-1-1,0 1 0,1-1 1,-1 1-1,0-1 1,0 0-1,0 1 1,0-1-1,0 0 0,-4 1 1,5-2-3,1 0 0,0 0 0,-1 0 1,1 0-1,-1 0 0,1 0 0,-1 0 0,1 0 0,-1 0 1,1 0-1,0 0 0,-1 0 0,1 0 0,-1 0 0,1 0 1,-1 0-1,1 0 0,0-1 0,-1 1 0,1 0 0,-1 0 1,1-1-1,0 1 0,-1 0 0,1 0 0,0-1 1,-1 1-1,1 0 0,0-1 0,0 1 0,-1-1 0,1 1 1,0 0-1,0-1 0,-1 0 0,0-18 50,1 15-41,1-27 3,2 1 0,1 0 0,1-1 0,13-41 0,48-115-37,-61 175 24,17-43-9,30-56 0,-42 94 4,0-1 0,1 2-1,1-1 1,0 2 0,1-1-1,1 2 1,16-14 0,-23 23-1,0 0 0,-1 1 0,2-1 0,-1 1 0,0 1 0,1 0 1,0 0-1,13-4 0,-17 7 6,-1-1 0,0 1 0,1-1 1,-1 1-1,1 0 0,-1 1 0,1-1 0,-1 0 0,0 1 0,1 0 1,-1 0-1,0 0 0,0 0 0,1 0 0,-1 1 0,0-1 1,0 1-1,0 0 0,-1 0 0,1 0 0,0 0 0,-1 0 1,4 5-1,1 2 6,0 1 1,0 0-1,-2 1 1,1-1-1,-1 1 1,4 11-1,17 73 83,-21-77-64,9 46 68,-3 2 1,3 83 0,-9 135-35,-5-250-57,-1-13-45,0 21 82,1-40-108,0 0 1,0 0-1,1 0 1,-1-1 0,0 1-1,1 0 1,-1 0-1,1 0 1,-1-1 0,1 1-1,0 0 1,0-1-1,-1 1 1,1-1-1,2 3 1,-2-4-125,0 1-1,0-1 0,0 0 1,0 0-1,0 0 1,0 0-1,0 0 1,0 0-1,0-1 1,-1 1-1,1 0 1,0 0-1,0-1 1,0 1-1,0 0 1,0-1-1,-1 1 1,1-1-1,0 1 1,0-1-1,-1 1 1,1-1-1,0 0 1,-1 1-1,1-1 1,-1 0-1,1 1 1,-1-1-1,1 0 1,0-1-1,-1 1-154,15-18-7048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55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1 20681,'0'0'737,"26"20"-126,83 73 555,-100-84-991,-1 1 0,1-1 1,-1 1-1,-1 1 0,0-1 1,7 17-1,6 15 119,-3 0 1,-1 1-1,-3 1 0,-1 0 1,7 51-1,-8-5 117,0 147 0,-11-178-267,-3-1 0,-2 1 0,-3-1 0,-2 0 0,-3-1 0,-3 0 0,-24 58 0,18-61 88,-3-1 0,-2 0 1,-2-2-1,-2-2 0,-3-1 0,-2-1 0,-1-2 0,-3-1 0,-1-3 0,-70 55 0,78-70-237,-83 59 187,93-70-321,-1-1-1,0-1 0,-29 12 1,52-25 89,1 0 0,0 0 0,-1 1 0,1-1 0,-1 0 0,1 0 0,-1 1 0,1-1 0,-1 0 0,1 0 0,-1 0 0,1 0 0,-1 0-1,1 0 1,-1 0 0,1 0 0,-1 0 0,1 0 0,0 0 0,-1 0 0,1 0 0,-1 0 0,1 0 0,-1-1 0,1 1 0,-1 0 0,1 0 0,-1-1 0,1 1 0,0 0 0,-1 0 0,1-1 0,-1 1 0,1 0 0,0-1 0,-1 1 0,1-1 0,0 1 0,0 0 0,-1-1 0,1 1 0,0-1 0,0 1 0,0-1 0,-1 1 0,1-1 0,0 0 0,2-26-5604,-1 25 4718,6-26-10707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1:55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20505,'0'0'3714,"-39"0"-11253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8:32:12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643 0 11461,'-28'4'3092,"-92"16"-2377,109-18-701,0 1-1,1 1 1,-1 0-1,1 0 1,0 1-1,0 0 1,-18 13-1,13-5 40,1 0-1,-23 27 0,25-27-13,-3 4 128,1 2-1,0-1 1,1 2-1,1 0 1,1 0-1,1 1 1,-14 40-1,19-45-13,1 0 0,1 0 0,1 0 0,0 1 0,1-1 0,0 1 0,1-1 0,2 0-1,-1 1 1,2-1 0,8 30 0,-4-24 6,2 0-1,1 0 0,1-1 1,20 31-1,63 73 272,-59-82-316,44 72-1,-75-108-109,-1 0 0,1 0 1,-1 0-1,-1 1 0,1-1 0,-1 1 0,0 0 1,-1 0-1,0 0 0,0 12 0,-1-16 6,0 1 0,-1 0 0,0 0-1,0-1 1,0 1 0,0-1 0,-1 1-1,0-1 1,0 1 0,0-1 0,-1 0 0,1 0-1,-1 0 1,0 0 0,0-1 0,0 1-1,0-1 1,-7 5 0,-5 3 8,-2 0-1,0-1 1,0-1-1,0-1 1,-1 0-1,0-1 1,-23 5-1,8-4 2,-1-2-1,0 0 0,-42 0 0,67-6-8,-1 0-1,0-1 0,1 0 0,-1 0 1,1-1-1,-13-3 0,19 4-5,1 0 0,0 0 0,-1 0 0,1 0 0,0 0 0,-1 0 0,1-1 0,0 1 0,0-1 0,0 0 0,0 1 1,1-1-1,-1 0 0,0 0 0,1 0 0,-1 0 0,1 0 0,0-1 0,-1 1 0,1 0 0,0-1 0,1 1 0,-1 0 0,0-1 0,1 1 0,-1-6 0,1 7-7,0 0-1,-1 0 1,1 1 0,0-1-1,1 0 1,-1 0 0,0 0 0,0 0-1,0 0 1,1 0 0,-1 0-1,0 0 1,1 0 0,-1 0 0,1 1-1,-1-1 1,1 0 0,-1 0-1,1 0 1,-1 1 0,1-1 0,0 0-1,-1 1 1,1-1 0,1 0-1,0 0 1,-1 1 0,1-1-1,0 1 1,0-1-1,0 1 1,-1 0-1,1-1 1,0 1-1,0 0 1,0 0-1,0 1 1,2-1-1,4 2 6,0 0 1,0 0-1,0 1 0,-1 0 0,10 5 0,-1 2 38,0 0 0,0 1-1,-1 1 1,0 0 0,-1 1-1,-1 0 1,0 2 0,-1-1-1,0 1 1,-1 1 0,-1 0-1,9 19 1,-3 1 266,-1 1-1,-1 1 1,-2 0-1,11 70 1,-5-2 395,29 139 1283,-36-203-1774,2 0 0,1-1 0,34 65-1,-41-91-194,2-1 0,0-1 0,0 1 0,2-2 0,-1 1 0,1-1 0,15 11 0,-16-15-46,0-1-1,0 0 1,1-1-1,-1 0 1,1-1-1,1 0 1,-1-1-1,1 0 1,0-1-1,14 2 1,18 1-2056,76-1 0,-13-10-4168,-54-1-463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0" name="Shape 17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00B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917700"/>
            <a:ext cx="21945600" cy="706628"/>
          </a:xfrm>
          <a:prstGeom prst="rect">
            <a:avLst/>
          </a:prstGeom>
        </p:spPr>
        <p:txBody>
          <a:bodyPr anchor="ctr"/>
          <a:lstStyle>
            <a:lvl1pPr marL="0" indent="0" defTabSz="82550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3600" b="0" cap="all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8648700"/>
            <a:ext cx="21945600" cy="20955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0" indent="4572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0" indent="9144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0" indent="13716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0" indent="18288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127375"/>
            <a:ext cx="21945600" cy="5524500"/>
          </a:xfrm>
          <a:prstGeom prst="rect">
            <a:avLst/>
          </a:prstGeom>
        </p:spPr>
        <p:txBody>
          <a:bodyPr/>
          <a:lstStyle>
            <a:lvl1pPr defTabSz="584200">
              <a:defRPr sz="22000" spc="-220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wo adults wearing outfits with bold, solid colours—green, blue, pink and yellow"/>
          <p:cNvSpPr>
            <a:spLocks noGrp="1"/>
          </p:cNvSpPr>
          <p:nvPr>
            <p:ph type="pic" idx="21"/>
          </p:nvPr>
        </p:nvSpPr>
        <p:spPr>
          <a:xfrm>
            <a:off x="-38100" y="-267934"/>
            <a:ext cx="24472902" cy="142518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8648700"/>
            <a:ext cx="21945600" cy="20955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0" indent="4572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0" indent="9144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0" indent="13716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0" indent="18288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sz="5200" b="0" spc="-5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124200"/>
            <a:ext cx="21945600" cy="5524500"/>
          </a:xfrm>
          <a:prstGeom prst="rect">
            <a:avLst/>
          </a:prstGeom>
        </p:spPr>
        <p:txBody>
          <a:bodyPr/>
          <a:lstStyle>
            <a:lvl1pPr defTabSz="584200">
              <a:defRPr sz="22000" spc="-220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917700"/>
            <a:ext cx="21945600" cy="711200"/>
          </a:xfrm>
          <a:prstGeom prst="rect">
            <a:avLst/>
          </a:prstGeom>
        </p:spPr>
        <p:txBody>
          <a:bodyPr anchor="ctr"/>
          <a:lstStyle>
            <a:lvl1pPr marL="0" indent="0" defTabSz="82550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3600" b="0" cap="all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bg>
      <p:bgPr>
        <a:solidFill>
          <a:srgbClr val="00B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100800" y="8229600"/>
            <a:ext cx="4584700" cy="31237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200" b="0" spc="-3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0" indent="457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200" b="0" spc="-3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0" indent="9144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200" b="0" spc="-3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0" indent="13716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200" b="0" spc="-3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0" indent="18288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200" b="0" spc="-32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</a:lstStyle>
          <a:p>
            <a:r>
              <a:t>Caption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3" name="A person’s lower body with blue trousers and green shoes on a yellow and pink floor"/>
          <p:cNvSpPr>
            <a:spLocks noGrp="1"/>
          </p:cNvSpPr>
          <p:nvPr>
            <p:ph type="pic" idx="21"/>
          </p:nvPr>
        </p:nvSpPr>
        <p:spPr>
          <a:xfrm>
            <a:off x="528828" y="0"/>
            <a:ext cx="17992344" cy="12001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35000" y="7937906"/>
            <a:ext cx="17780000" cy="5651592"/>
          </a:xfrm>
          <a:prstGeom prst="rect">
            <a:avLst/>
          </a:prstGeom>
        </p:spPr>
        <p:txBody>
          <a:bodyPr anchor="b"/>
          <a:lstStyle>
            <a:lvl1pPr algn="ctr" defTabSz="584200">
              <a:defRPr sz="22000" spc="-220">
                <a:solidFill>
                  <a:srgbClr val="FFD74C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35" name="Line"/>
          <p:cNvSpPr/>
          <p:nvPr/>
        </p:nvSpPr>
        <p:spPr>
          <a:xfrm>
            <a:off x="19169012" y="11874500"/>
            <a:ext cx="1549401" cy="0"/>
          </a:xfrm>
          <a:prstGeom prst="ellipse">
            <a:avLst/>
          </a:prstGeom>
          <a:ln w="254000">
            <a:solidFill>
              <a:srgbClr val="FFD74C"/>
            </a:solidFill>
            <a:miter lim="400000"/>
          </a:ln>
        </p:spPr>
        <p:txBody>
          <a:bodyPr lIns="0" tIns="0" rIns="0" bIns="0" anchor="ctr"/>
          <a:lstStyle/>
          <a:p>
            <a:pPr algn="ctr" defTabSz="825500">
              <a:lnSpc>
                <a:spcPct val="120000"/>
              </a:lnSpc>
              <a:spcBef>
                <a:spcPts val="0"/>
              </a:spcBef>
              <a:defRPr sz="3000" b="0" cap="all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pPr>
            <a:endParaRPr/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728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6311900"/>
            <a:ext cx="8356600" cy="618490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2439639"/>
            <a:ext cx="8356600" cy="3068291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2" name="Rectangle"/>
          <p:cNvSpPr/>
          <p:nvPr/>
        </p:nvSpPr>
        <p:spPr>
          <a:xfrm>
            <a:off x="10795000" y="0"/>
            <a:ext cx="13614400" cy="13716000"/>
          </a:xfrm>
          <a:prstGeom prst="rect">
            <a:avLst/>
          </a:prstGeom>
          <a:solidFill>
            <a:srgbClr val="00BFF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20000"/>
              </a:lnSpc>
              <a:spcBef>
                <a:spcPts val="0"/>
              </a:spcBef>
              <a:defRPr sz="3000" b="0" cap="all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pPr>
            <a:endParaRPr/>
          </a:p>
        </p:txBody>
      </p:sp>
      <p:sp>
        <p:nvSpPr>
          <p:cNvPr id="63" name="Partial view of a building exterior painted yellow with blue window shutters and a curtained doorway"/>
          <p:cNvSpPr>
            <a:spLocks noGrp="1"/>
          </p:cNvSpPr>
          <p:nvPr>
            <p:ph type="pic" idx="21"/>
          </p:nvPr>
        </p:nvSpPr>
        <p:spPr>
          <a:xfrm>
            <a:off x="9156700" y="-38100"/>
            <a:ext cx="19693467" cy="13106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574800"/>
            <a:ext cx="8356600" cy="77012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3600" b="0" cap="all">
                <a:solidFill>
                  <a:srgbClr val="00C7FC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</a:lstStyle>
          <a:p>
            <a:r>
              <a:t>Author and Date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6311900"/>
            <a:ext cx="8356600" cy="618490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2439639"/>
            <a:ext cx="8356600" cy="3068291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Rectangle"/>
          <p:cNvSpPr/>
          <p:nvPr/>
        </p:nvSpPr>
        <p:spPr>
          <a:xfrm>
            <a:off x="10795000" y="0"/>
            <a:ext cx="13614400" cy="13716000"/>
          </a:xfrm>
          <a:prstGeom prst="rect">
            <a:avLst/>
          </a:prstGeom>
          <a:solidFill>
            <a:srgbClr val="00BFF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20000"/>
              </a:lnSpc>
              <a:spcBef>
                <a:spcPts val="0"/>
              </a:spcBef>
              <a:defRPr sz="3000" b="0" cap="all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pPr>
            <a:endParaRPr/>
          </a:p>
        </p:txBody>
      </p:sp>
      <p:sp>
        <p:nvSpPr>
          <p:cNvPr id="75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574800"/>
            <a:ext cx="8356600" cy="77012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3600" b="0" cap="all">
                <a:solidFill>
                  <a:srgbClr val="00C7FC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</a:lstStyle>
          <a:p>
            <a:r>
              <a:t>Author and Date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6311900"/>
            <a:ext cx="8356600" cy="618490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2439639"/>
            <a:ext cx="8356600" cy="3068291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5" name="Rectangle"/>
          <p:cNvSpPr/>
          <p:nvPr/>
        </p:nvSpPr>
        <p:spPr>
          <a:xfrm>
            <a:off x="10795000" y="0"/>
            <a:ext cx="13614400" cy="13716000"/>
          </a:xfrm>
          <a:prstGeom prst="rect">
            <a:avLst/>
          </a:prstGeom>
          <a:solidFill>
            <a:srgbClr val="00BFF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20000"/>
              </a:lnSpc>
              <a:spcBef>
                <a:spcPts val="0"/>
              </a:spcBef>
              <a:defRPr sz="3000" b="0" cap="all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pPr>
            <a:endParaRPr/>
          </a:p>
        </p:txBody>
      </p:sp>
      <p:sp>
        <p:nvSpPr>
          <p:cNvPr id="86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574800"/>
            <a:ext cx="8356600" cy="77012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3600" b="0" cap="all">
                <a:solidFill>
                  <a:srgbClr val="00C7FC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</a:lstStyle>
          <a:p>
            <a:r>
              <a:t>Author and Date</a:t>
            </a:r>
          </a:p>
        </p:txBody>
      </p:sp>
      <p:sp>
        <p:nvSpPr>
          <p:cNvPr id="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solidFill>
          <a:srgbClr val="00B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4048125"/>
            <a:ext cx="21945600" cy="5930900"/>
          </a:xfrm>
          <a:prstGeom prst="rect">
            <a:avLst/>
          </a:prstGeom>
        </p:spPr>
        <p:txBody>
          <a:bodyPr anchor="ctr"/>
          <a:lstStyle>
            <a:lvl1pPr defTabSz="584200">
              <a:defRPr sz="14000" spc="0">
                <a:solidFill>
                  <a:srgbClr val="FFFFFF"/>
                </a:solidFill>
              </a:defRPr>
            </a:lvl1pPr>
          </a:lstStyle>
          <a:p>
            <a:r>
              <a:t>Section Title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bg>
      <p:bgPr>
        <a:solidFill>
          <a:srgbClr val="FFC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4000" spc="-140">
                <a:solidFill>
                  <a:srgbClr val="FFFFFF"/>
                </a:solidFill>
              </a:defRPr>
            </a:lvl1pPr>
          </a:lstStyle>
          <a:p>
            <a:r>
              <a:t>Agenda Title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594100"/>
            <a:ext cx="21945600" cy="8902700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5400" spc="-53">
                <a:solidFill>
                  <a:srgbClr val="000000"/>
                </a:solidFill>
              </a:defRPr>
            </a:lvl1pPr>
            <a:lvl2pPr marL="0" indent="457200" defTabSz="825500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5400" spc="-53">
                <a:solidFill>
                  <a:srgbClr val="000000"/>
                </a:solidFill>
              </a:defRPr>
            </a:lvl2pPr>
            <a:lvl3pPr marL="0" indent="914400" defTabSz="825500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5400" spc="-53">
                <a:solidFill>
                  <a:srgbClr val="000000"/>
                </a:solidFill>
              </a:defRPr>
            </a:lvl3pPr>
            <a:lvl4pPr marL="0" indent="1371600" defTabSz="825500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5400" spc="-53">
                <a:solidFill>
                  <a:srgbClr val="000000"/>
                </a:solidFill>
              </a:defRPr>
            </a:lvl4pPr>
            <a:lvl5pPr marL="0" indent="1828800" defTabSz="825500">
              <a:lnSpc>
                <a:spcPct val="140000"/>
              </a:lnSpc>
              <a:spcBef>
                <a:spcPts val="0"/>
              </a:spcBef>
              <a:buClrTx/>
              <a:buSzTx/>
              <a:buNone/>
              <a:defRPr sz="5400" spc="-53">
                <a:solidFill>
                  <a:srgbClr val="000000"/>
                </a:solidFill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763675"/>
            <a:ext cx="21945600" cy="4192883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bg>
      <p:bgPr>
        <a:solidFill>
          <a:srgbClr val="FFC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2334623"/>
            <a:ext cx="21945600" cy="7612249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70000"/>
              </a:lnSpc>
              <a:spcBef>
                <a:spcPts val="0"/>
              </a:spcBef>
              <a:buClrTx/>
              <a:buSzTx/>
              <a:buNone/>
              <a:defRPr sz="50000" b="0" cap="all" spc="-500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1pPr>
            <a:lvl2pPr marL="0" indent="457200" algn="ctr">
              <a:lnSpc>
                <a:spcPct val="70000"/>
              </a:lnSpc>
              <a:spcBef>
                <a:spcPts val="0"/>
              </a:spcBef>
              <a:buClrTx/>
              <a:buSzTx/>
              <a:buNone/>
              <a:defRPr sz="50000" b="0" cap="all" spc="-500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2pPr>
            <a:lvl3pPr marL="0" indent="914400" algn="ctr">
              <a:lnSpc>
                <a:spcPct val="70000"/>
              </a:lnSpc>
              <a:spcBef>
                <a:spcPts val="0"/>
              </a:spcBef>
              <a:buClrTx/>
              <a:buSzTx/>
              <a:buNone/>
              <a:defRPr sz="50000" b="0" cap="all" spc="-500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3pPr>
            <a:lvl4pPr marL="0" indent="1371600" algn="ctr">
              <a:lnSpc>
                <a:spcPct val="70000"/>
              </a:lnSpc>
              <a:spcBef>
                <a:spcPts val="0"/>
              </a:spcBef>
              <a:buClrTx/>
              <a:buSzTx/>
              <a:buNone/>
              <a:defRPr sz="50000" b="0" cap="all" spc="-500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4pPr>
            <a:lvl5pPr marL="0" indent="1828800" algn="ctr">
              <a:lnSpc>
                <a:spcPct val="70000"/>
              </a:lnSpc>
              <a:spcBef>
                <a:spcPts val="0"/>
              </a:spcBef>
              <a:buClrTx/>
              <a:buSzTx/>
              <a:buNone/>
              <a:defRPr sz="50000" b="0" cap="all" spc="-500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9779000"/>
            <a:ext cx="21945599" cy="6299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 sz="3200" b="0" cap="all" spc="-32">
                <a:solidFill>
                  <a:srgbClr val="000000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bg>
      <p:bgPr>
        <a:solidFill>
          <a:srgbClr val="00B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771900" y="4464048"/>
            <a:ext cx="16840200" cy="4883152"/>
          </a:xfrm>
          <a:prstGeom prst="rect">
            <a:avLst/>
          </a:prstGeom>
        </p:spPr>
        <p:txBody>
          <a:bodyPr anchor="ctr"/>
          <a:lstStyle>
            <a:lvl1pPr marL="431800" indent="-431800" defTabSz="825500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1pPr>
            <a:lvl2pPr marL="431800" indent="25400" defTabSz="825500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2pPr>
            <a:lvl3pPr marL="431800" indent="482600" defTabSz="825500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3pPr>
            <a:lvl4pPr marL="431800" indent="939800" defTabSz="825500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4pPr>
            <a:lvl5pPr marL="431800" indent="1397000" defTabSz="825500">
              <a:spcBef>
                <a:spcPts val="0"/>
              </a:spcBef>
              <a:buClrTx/>
              <a:buSzTx/>
              <a:buNone/>
              <a:defRPr sz="14000" b="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ruk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203700" y="9372600"/>
            <a:ext cx="16840200" cy="68072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ts val="3600"/>
              </a:lnSpc>
              <a:spcBef>
                <a:spcPts val="0"/>
              </a:spcBef>
              <a:buClrTx/>
              <a:buSzTx/>
              <a:buNone/>
              <a:defRPr sz="3200" b="0" cap="all" spc="-32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</a:lstStyle>
          <a:p>
            <a:r>
              <a:t>Attribution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A person’s lower body with blue trousers and green shoes on a yellow and pink floor"/>
          <p:cNvSpPr>
            <a:spLocks noGrp="1"/>
          </p:cNvSpPr>
          <p:nvPr>
            <p:ph type="pic" sz="half" idx="21"/>
          </p:nvPr>
        </p:nvSpPr>
        <p:spPr>
          <a:xfrm>
            <a:off x="635000" y="6832600"/>
            <a:ext cx="12877800" cy="8589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Two adults wearing outfits with bold, solid colours—green, blue, pink and yellow"/>
          <p:cNvSpPr>
            <a:spLocks noGrp="1"/>
          </p:cNvSpPr>
          <p:nvPr>
            <p:ph type="pic" sz="half" idx="22"/>
          </p:nvPr>
        </p:nvSpPr>
        <p:spPr>
          <a:xfrm>
            <a:off x="88900" y="-177800"/>
            <a:ext cx="14008100" cy="815765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Person blowing pink bubblegum against a solid pink and blue background"/>
          <p:cNvSpPr>
            <a:spLocks noGrp="1"/>
          </p:cNvSpPr>
          <p:nvPr>
            <p:ph type="pic" idx="23"/>
          </p:nvPr>
        </p:nvSpPr>
        <p:spPr>
          <a:xfrm>
            <a:off x="12814300" y="-355600"/>
            <a:ext cx="1203395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A person’s lower body with blue trousers and green shoes on a yellow and pink floor"/>
          <p:cNvSpPr>
            <a:spLocks noGrp="1"/>
          </p:cNvSpPr>
          <p:nvPr>
            <p:ph type="pic" idx="21"/>
          </p:nvPr>
        </p:nvSpPr>
        <p:spPr>
          <a:xfrm>
            <a:off x="635000" y="-1181110"/>
            <a:ext cx="23114000" cy="1541782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733800"/>
            <a:ext cx="21945600" cy="876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1219200"/>
            <a:ext cx="21945600" cy="229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22000" y="13080999"/>
            <a:ext cx="336728" cy="41376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825500">
              <a:lnSpc>
                <a:spcPts val="2600"/>
              </a:lnSpc>
              <a:spcBef>
                <a:spcPts val="0"/>
              </a:spcBef>
              <a:defRPr sz="1800" b="0">
                <a:solidFill>
                  <a:srgbClr val="000000"/>
                </a:solidFill>
                <a:latin typeface="Proxima Nova Medium"/>
                <a:ea typeface="Proxima Nova Medium"/>
                <a:cs typeface="Proxima Nova Medium"/>
                <a:sym typeface="Proxima Nova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all" spc="-116" baseline="0">
          <a:solidFill>
            <a:srgbClr val="00BFF3"/>
          </a:solidFill>
          <a:uFillTx/>
          <a:latin typeface="+mn-lt"/>
          <a:ea typeface="+mn-ea"/>
          <a:cs typeface="+mn-cs"/>
          <a:sym typeface="Druk Medium"/>
        </a:defRPr>
      </a:lvl1pPr>
      <a:lvl2pPr marL="0" marR="0" indent="457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all" spc="-116" baseline="0">
          <a:solidFill>
            <a:srgbClr val="00BFF3"/>
          </a:solidFill>
          <a:uFillTx/>
          <a:latin typeface="+mn-lt"/>
          <a:ea typeface="+mn-ea"/>
          <a:cs typeface="+mn-cs"/>
          <a:sym typeface="Druk Medium"/>
        </a:defRPr>
      </a:lvl2pPr>
      <a:lvl3pPr marL="0" marR="0" indent="9144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all" spc="-116" baseline="0">
          <a:solidFill>
            <a:srgbClr val="00BFF3"/>
          </a:solidFill>
          <a:uFillTx/>
          <a:latin typeface="+mn-lt"/>
          <a:ea typeface="+mn-ea"/>
          <a:cs typeface="+mn-cs"/>
          <a:sym typeface="Druk Medium"/>
        </a:defRPr>
      </a:lvl3pPr>
      <a:lvl4pPr marL="0" marR="0" indent="1371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all" spc="-116" baseline="0">
          <a:solidFill>
            <a:srgbClr val="00BFF3"/>
          </a:solidFill>
          <a:uFillTx/>
          <a:latin typeface="+mn-lt"/>
          <a:ea typeface="+mn-ea"/>
          <a:cs typeface="+mn-cs"/>
          <a:sym typeface="Druk Medium"/>
        </a:defRPr>
      </a:lvl4pPr>
      <a:lvl5pPr marL="0" marR="0" indent="18288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all" spc="-116" baseline="0">
          <a:solidFill>
            <a:srgbClr val="00BFF3"/>
          </a:solidFill>
          <a:uFillTx/>
          <a:latin typeface="+mn-lt"/>
          <a:ea typeface="+mn-ea"/>
          <a:cs typeface="+mn-cs"/>
          <a:sym typeface="Druk Medium"/>
        </a:defRPr>
      </a:lvl5pPr>
      <a:lvl6pPr marL="0" marR="0" indent="22860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all" spc="-116" baseline="0">
          <a:solidFill>
            <a:srgbClr val="00BFF3"/>
          </a:solidFill>
          <a:uFillTx/>
          <a:latin typeface="+mn-lt"/>
          <a:ea typeface="+mn-ea"/>
          <a:cs typeface="+mn-cs"/>
          <a:sym typeface="Druk Medium"/>
        </a:defRPr>
      </a:lvl6pPr>
      <a:lvl7pPr marL="0" marR="0" indent="2743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all" spc="-116" baseline="0">
          <a:solidFill>
            <a:srgbClr val="00BFF3"/>
          </a:solidFill>
          <a:uFillTx/>
          <a:latin typeface="+mn-lt"/>
          <a:ea typeface="+mn-ea"/>
          <a:cs typeface="+mn-cs"/>
          <a:sym typeface="Druk Medium"/>
        </a:defRPr>
      </a:lvl7pPr>
      <a:lvl8pPr marL="0" marR="0" indent="32004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all" spc="-116" baseline="0">
          <a:solidFill>
            <a:srgbClr val="00BFF3"/>
          </a:solidFill>
          <a:uFillTx/>
          <a:latin typeface="+mn-lt"/>
          <a:ea typeface="+mn-ea"/>
          <a:cs typeface="+mn-cs"/>
          <a:sym typeface="Druk Medium"/>
        </a:defRPr>
      </a:lvl8pPr>
      <a:lvl9pPr marL="0" marR="0" indent="3657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all" spc="-116" baseline="0">
          <a:solidFill>
            <a:srgbClr val="00BFF3"/>
          </a:solidFill>
          <a:uFillTx/>
          <a:latin typeface="+mn-lt"/>
          <a:ea typeface="+mn-ea"/>
          <a:cs typeface="+mn-cs"/>
          <a:sym typeface="Druk Medium"/>
        </a:defRPr>
      </a:lvl9pPr>
    </p:titleStyle>
    <p:bodyStyle>
      <a:lvl1pPr marL="685800" marR="0" indent="-685800" algn="l" defTabSz="584200" rtl="0" latinLnBrk="0">
        <a:lnSpc>
          <a:spcPct val="80000"/>
        </a:lnSpc>
        <a:spcBef>
          <a:spcPts val="2400"/>
        </a:spcBef>
        <a:spcAft>
          <a:spcPts val="0"/>
        </a:spcAft>
        <a:buClr>
          <a:srgbClr val="57BEF0"/>
        </a:buClr>
        <a:buSzPct val="250000"/>
        <a:buFontTx/>
        <a:buChar char="-"/>
        <a:tabLst/>
        <a:defRPr sz="4200" b="1" i="0" u="none" strike="noStrike" cap="none" spc="0" baseline="0">
          <a:solidFill>
            <a:srgbClr val="53585F"/>
          </a:solidFill>
          <a:uFillTx/>
          <a:latin typeface="Proxima Nova"/>
          <a:ea typeface="Proxima Nova"/>
          <a:cs typeface="Proxima Nova"/>
          <a:sym typeface="Proxima Nova"/>
        </a:defRPr>
      </a:lvl1pPr>
      <a:lvl2pPr marL="1371600" marR="0" indent="-685800" algn="l" defTabSz="584200" rtl="0" latinLnBrk="0">
        <a:lnSpc>
          <a:spcPct val="80000"/>
        </a:lnSpc>
        <a:spcBef>
          <a:spcPts val="2400"/>
        </a:spcBef>
        <a:spcAft>
          <a:spcPts val="0"/>
        </a:spcAft>
        <a:buClr>
          <a:srgbClr val="57BEF0"/>
        </a:buClr>
        <a:buSzPct val="250000"/>
        <a:buFontTx/>
        <a:buChar char="-"/>
        <a:tabLst/>
        <a:defRPr sz="4200" b="1" i="0" u="none" strike="noStrike" cap="none" spc="0" baseline="0">
          <a:solidFill>
            <a:srgbClr val="53585F"/>
          </a:solidFill>
          <a:uFillTx/>
          <a:latin typeface="Proxima Nova"/>
          <a:ea typeface="Proxima Nova"/>
          <a:cs typeface="Proxima Nova"/>
          <a:sym typeface="Proxima Nova"/>
        </a:defRPr>
      </a:lvl2pPr>
      <a:lvl3pPr marL="2057400" marR="0" indent="-685800" algn="l" defTabSz="584200" rtl="0" latinLnBrk="0">
        <a:lnSpc>
          <a:spcPct val="80000"/>
        </a:lnSpc>
        <a:spcBef>
          <a:spcPts val="2400"/>
        </a:spcBef>
        <a:spcAft>
          <a:spcPts val="0"/>
        </a:spcAft>
        <a:buClr>
          <a:srgbClr val="57BEF0"/>
        </a:buClr>
        <a:buSzPct val="250000"/>
        <a:buFontTx/>
        <a:buChar char="-"/>
        <a:tabLst/>
        <a:defRPr sz="4200" b="1" i="0" u="none" strike="noStrike" cap="none" spc="0" baseline="0">
          <a:solidFill>
            <a:srgbClr val="53585F"/>
          </a:solidFill>
          <a:uFillTx/>
          <a:latin typeface="Proxima Nova"/>
          <a:ea typeface="Proxima Nova"/>
          <a:cs typeface="Proxima Nova"/>
          <a:sym typeface="Proxima Nova"/>
        </a:defRPr>
      </a:lvl3pPr>
      <a:lvl4pPr marL="2743200" marR="0" indent="-685800" algn="l" defTabSz="584200" rtl="0" latinLnBrk="0">
        <a:lnSpc>
          <a:spcPct val="80000"/>
        </a:lnSpc>
        <a:spcBef>
          <a:spcPts val="2400"/>
        </a:spcBef>
        <a:spcAft>
          <a:spcPts val="0"/>
        </a:spcAft>
        <a:buClr>
          <a:srgbClr val="57BEF0"/>
        </a:buClr>
        <a:buSzPct val="250000"/>
        <a:buFontTx/>
        <a:buChar char="-"/>
        <a:tabLst/>
        <a:defRPr sz="4200" b="1" i="0" u="none" strike="noStrike" cap="none" spc="0" baseline="0">
          <a:solidFill>
            <a:srgbClr val="53585F"/>
          </a:solidFill>
          <a:uFillTx/>
          <a:latin typeface="Proxima Nova"/>
          <a:ea typeface="Proxima Nova"/>
          <a:cs typeface="Proxima Nova"/>
          <a:sym typeface="Proxima Nova"/>
        </a:defRPr>
      </a:lvl4pPr>
      <a:lvl5pPr marL="3429000" marR="0" indent="-685800" algn="l" defTabSz="584200" rtl="0" latinLnBrk="0">
        <a:lnSpc>
          <a:spcPct val="80000"/>
        </a:lnSpc>
        <a:spcBef>
          <a:spcPts val="2400"/>
        </a:spcBef>
        <a:spcAft>
          <a:spcPts val="0"/>
        </a:spcAft>
        <a:buClr>
          <a:srgbClr val="57BEF0"/>
        </a:buClr>
        <a:buSzPct val="250000"/>
        <a:buFontTx/>
        <a:buChar char="-"/>
        <a:tabLst/>
        <a:defRPr sz="4200" b="1" i="0" u="none" strike="noStrike" cap="none" spc="0" baseline="0">
          <a:solidFill>
            <a:srgbClr val="53585F"/>
          </a:solidFill>
          <a:uFillTx/>
          <a:latin typeface="Proxima Nova"/>
          <a:ea typeface="Proxima Nova"/>
          <a:cs typeface="Proxima Nova"/>
          <a:sym typeface="Proxima Nova"/>
        </a:defRPr>
      </a:lvl5pPr>
      <a:lvl6pPr marL="4114800" marR="0" indent="-685800" algn="l" defTabSz="584200" rtl="0" latinLnBrk="0">
        <a:lnSpc>
          <a:spcPct val="80000"/>
        </a:lnSpc>
        <a:spcBef>
          <a:spcPts val="2400"/>
        </a:spcBef>
        <a:spcAft>
          <a:spcPts val="0"/>
        </a:spcAft>
        <a:buClr>
          <a:srgbClr val="57BEF0"/>
        </a:buClr>
        <a:buSzPct val="250000"/>
        <a:buFontTx/>
        <a:buChar char="-"/>
        <a:tabLst/>
        <a:defRPr sz="4200" b="1" i="0" u="none" strike="noStrike" cap="none" spc="0" baseline="0">
          <a:solidFill>
            <a:srgbClr val="53585F"/>
          </a:solidFill>
          <a:uFillTx/>
          <a:latin typeface="Proxima Nova"/>
          <a:ea typeface="Proxima Nova"/>
          <a:cs typeface="Proxima Nova"/>
          <a:sym typeface="Proxima Nova"/>
        </a:defRPr>
      </a:lvl6pPr>
      <a:lvl7pPr marL="4800600" marR="0" indent="-685800" algn="l" defTabSz="584200" rtl="0" latinLnBrk="0">
        <a:lnSpc>
          <a:spcPct val="80000"/>
        </a:lnSpc>
        <a:spcBef>
          <a:spcPts val="2400"/>
        </a:spcBef>
        <a:spcAft>
          <a:spcPts val="0"/>
        </a:spcAft>
        <a:buClr>
          <a:srgbClr val="57BEF0"/>
        </a:buClr>
        <a:buSzPct val="250000"/>
        <a:buFontTx/>
        <a:buChar char="-"/>
        <a:tabLst/>
        <a:defRPr sz="4200" b="1" i="0" u="none" strike="noStrike" cap="none" spc="0" baseline="0">
          <a:solidFill>
            <a:srgbClr val="53585F"/>
          </a:solidFill>
          <a:uFillTx/>
          <a:latin typeface="Proxima Nova"/>
          <a:ea typeface="Proxima Nova"/>
          <a:cs typeface="Proxima Nova"/>
          <a:sym typeface="Proxima Nova"/>
        </a:defRPr>
      </a:lvl7pPr>
      <a:lvl8pPr marL="5486400" marR="0" indent="-685800" algn="l" defTabSz="584200" rtl="0" latinLnBrk="0">
        <a:lnSpc>
          <a:spcPct val="80000"/>
        </a:lnSpc>
        <a:spcBef>
          <a:spcPts val="2400"/>
        </a:spcBef>
        <a:spcAft>
          <a:spcPts val="0"/>
        </a:spcAft>
        <a:buClr>
          <a:srgbClr val="57BEF0"/>
        </a:buClr>
        <a:buSzPct val="250000"/>
        <a:buFontTx/>
        <a:buChar char="-"/>
        <a:tabLst/>
        <a:defRPr sz="4200" b="1" i="0" u="none" strike="noStrike" cap="none" spc="0" baseline="0">
          <a:solidFill>
            <a:srgbClr val="53585F"/>
          </a:solidFill>
          <a:uFillTx/>
          <a:latin typeface="Proxima Nova"/>
          <a:ea typeface="Proxima Nova"/>
          <a:cs typeface="Proxima Nova"/>
          <a:sym typeface="Proxima Nova"/>
        </a:defRPr>
      </a:lvl8pPr>
      <a:lvl9pPr marL="6172200" marR="0" indent="-685800" algn="l" defTabSz="584200" rtl="0" latinLnBrk="0">
        <a:lnSpc>
          <a:spcPct val="80000"/>
        </a:lnSpc>
        <a:spcBef>
          <a:spcPts val="2400"/>
        </a:spcBef>
        <a:spcAft>
          <a:spcPts val="0"/>
        </a:spcAft>
        <a:buClr>
          <a:srgbClr val="57BEF0"/>
        </a:buClr>
        <a:buSzPct val="250000"/>
        <a:buFontTx/>
        <a:buChar char="-"/>
        <a:tabLst/>
        <a:defRPr sz="4200" b="1" i="0" u="none" strike="noStrike" cap="none" spc="0" baseline="0">
          <a:solidFill>
            <a:srgbClr val="53585F"/>
          </a:solidFill>
          <a:uFillTx/>
          <a:latin typeface="Proxima Nova"/>
          <a:ea typeface="Proxima Nova"/>
          <a:cs typeface="Proxima Nova"/>
          <a:sym typeface="Proxima Nova"/>
        </a:defRPr>
      </a:lvl9pPr>
    </p:bodyStyle>
    <p:otherStyle>
      <a:lvl1pPr marL="0" marR="0" indent="0" algn="l" defTabSz="825500" rtl="0" latinLnBrk="0">
        <a:lnSpc>
          <a:spcPts val="26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 Medium"/>
        </a:defRPr>
      </a:lvl1pPr>
      <a:lvl2pPr marL="0" marR="0" indent="457200" algn="l" defTabSz="825500" rtl="0" latinLnBrk="0">
        <a:lnSpc>
          <a:spcPts val="26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 Medium"/>
        </a:defRPr>
      </a:lvl2pPr>
      <a:lvl3pPr marL="0" marR="0" indent="914400" algn="l" defTabSz="825500" rtl="0" latinLnBrk="0">
        <a:lnSpc>
          <a:spcPts val="26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 Medium"/>
        </a:defRPr>
      </a:lvl3pPr>
      <a:lvl4pPr marL="0" marR="0" indent="1371600" algn="l" defTabSz="825500" rtl="0" latinLnBrk="0">
        <a:lnSpc>
          <a:spcPts val="26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 Medium"/>
        </a:defRPr>
      </a:lvl4pPr>
      <a:lvl5pPr marL="0" marR="0" indent="1828800" algn="l" defTabSz="825500" rtl="0" latinLnBrk="0">
        <a:lnSpc>
          <a:spcPts val="26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 Medium"/>
        </a:defRPr>
      </a:lvl5pPr>
      <a:lvl6pPr marL="0" marR="0" indent="2286000" algn="l" defTabSz="825500" rtl="0" latinLnBrk="0">
        <a:lnSpc>
          <a:spcPts val="26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 Medium"/>
        </a:defRPr>
      </a:lvl6pPr>
      <a:lvl7pPr marL="0" marR="0" indent="2743200" algn="l" defTabSz="825500" rtl="0" latinLnBrk="0">
        <a:lnSpc>
          <a:spcPts val="26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 Medium"/>
        </a:defRPr>
      </a:lvl7pPr>
      <a:lvl8pPr marL="0" marR="0" indent="3200400" algn="l" defTabSz="825500" rtl="0" latinLnBrk="0">
        <a:lnSpc>
          <a:spcPts val="26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 Medium"/>
        </a:defRPr>
      </a:lvl8pPr>
      <a:lvl9pPr marL="0" marR="0" indent="3657600" algn="l" defTabSz="825500" rtl="0" latinLnBrk="0">
        <a:lnSpc>
          <a:spcPts val="26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roxima Nova Medium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0.xml"/><Relationship Id="rId63" Type="http://schemas.openxmlformats.org/officeDocument/2006/relationships/image" Target="../media/image32.png"/><Relationship Id="rId84" Type="http://schemas.openxmlformats.org/officeDocument/2006/relationships/customXml" Target="../ink/ink41.xml"/><Relationship Id="rId16" Type="http://schemas.openxmlformats.org/officeDocument/2006/relationships/customXml" Target="../ink/ink7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0.png"/><Relationship Id="rId102" Type="http://schemas.openxmlformats.org/officeDocument/2006/relationships/customXml" Target="../ink/ink50.xml"/><Relationship Id="rId123" Type="http://schemas.openxmlformats.org/officeDocument/2006/relationships/image" Target="../media/image62.png"/><Relationship Id="rId128" Type="http://schemas.openxmlformats.org/officeDocument/2006/relationships/customXml" Target="../ink/ink63.xml"/><Relationship Id="rId5" Type="http://schemas.openxmlformats.org/officeDocument/2006/relationships/image" Target="../media/image3.png"/><Relationship Id="rId90" Type="http://schemas.openxmlformats.org/officeDocument/2006/relationships/customXml" Target="../ink/ink44.xml"/><Relationship Id="rId95" Type="http://schemas.openxmlformats.org/officeDocument/2006/relationships/image" Target="../media/image48.png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18" Type="http://schemas.openxmlformats.org/officeDocument/2006/relationships/customXml" Target="../ink/ink58.xml"/><Relationship Id="rId134" Type="http://schemas.openxmlformats.org/officeDocument/2006/relationships/customXml" Target="../ink/ink66.xml"/><Relationship Id="rId80" Type="http://schemas.openxmlformats.org/officeDocument/2006/relationships/customXml" Target="../ink/ink39.xml"/><Relationship Id="rId85" Type="http://schemas.openxmlformats.org/officeDocument/2006/relationships/image" Target="../media/image43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08" Type="http://schemas.openxmlformats.org/officeDocument/2006/relationships/customXml" Target="../ink/ink53.xml"/><Relationship Id="rId124" Type="http://schemas.openxmlformats.org/officeDocument/2006/relationships/customXml" Target="../ink/ink61.xml"/><Relationship Id="rId129" Type="http://schemas.openxmlformats.org/officeDocument/2006/relationships/image" Target="../media/image65.png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17.xml"/><Relationship Id="rId6" Type="http://schemas.openxmlformats.org/officeDocument/2006/relationships/customXml" Target="../ink/ink2.xml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49" Type="http://schemas.openxmlformats.org/officeDocument/2006/relationships/image" Target="../media/image25.png"/><Relationship Id="rId114" Type="http://schemas.openxmlformats.org/officeDocument/2006/relationships/customXml" Target="../ink/ink56.xml"/><Relationship Id="rId119" Type="http://schemas.openxmlformats.org/officeDocument/2006/relationships/image" Target="../media/image60.png"/><Relationship Id="rId44" Type="http://schemas.openxmlformats.org/officeDocument/2006/relationships/customXml" Target="../ink/ink21.xml"/><Relationship Id="rId60" Type="http://schemas.openxmlformats.org/officeDocument/2006/relationships/customXml" Target="../ink/ink29.xml"/><Relationship Id="rId65" Type="http://schemas.openxmlformats.org/officeDocument/2006/relationships/image" Target="../media/image33.png"/><Relationship Id="rId81" Type="http://schemas.openxmlformats.org/officeDocument/2006/relationships/image" Target="../media/image41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35" Type="http://schemas.openxmlformats.org/officeDocument/2006/relationships/image" Target="../media/image68.png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9" Type="http://schemas.openxmlformats.org/officeDocument/2006/relationships/image" Target="../media/image20.png"/><Relationship Id="rId109" Type="http://schemas.openxmlformats.org/officeDocument/2006/relationships/image" Target="../media/image55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8.png"/><Relationship Id="rId76" Type="http://schemas.openxmlformats.org/officeDocument/2006/relationships/customXml" Target="../ink/ink37.xml"/><Relationship Id="rId97" Type="http://schemas.openxmlformats.org/officeDocument/2006/relationships/image" Target="../media/image49.png"/><Relationship Id="rId104" Type="http://schemas.openxmlformats.org/officeDocument/2006/relationships/customXml" Target="../ink/ink51.xml"/><Relationship Id="rId120" Type="http://schemas.openxmlformats.org/officeDocument/2006/relationships/customXml" Target="../ink/ink59.xml"/><Relationship Id="rId125" Type="http://schemas.openxmlformats.org/officeDocument/2006/relationships/image" Target="../media/image63.png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5.xml"/><Relationship Id="rId2" Type="http://schemas.openxmlformats.org/officeDocument/2006/relationships/image" Target="../media/image1.jpeg"/><Relationship Id="rId29" Type="http://schemas.openxmlformats.org/officeDocument/2006/relationships/image" Target="../media/image15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66" Type="http://schemas.openxmlformats.org/officeDocument/2006/relationships/customXml" Target="../ink/ink32.xml"/><Relationship Id="rId87" Type="http://schemas.openxmlformats.org/officeDocument/2006/relationships/image" Target="../media/image44.png"/><Relationship Id="rId110" Type="http://schemas.openxmlformats.org/officeDocument/2006/relationships/customXml" Target="../ink/ink54.xml"/><Relationship Id="rId115" Type="http://schemas.openxmlformats.org/officeDocument/2006/relationships/image" Target="../media/image58.png"/><Relationship Id="rId131" Type="http://schemas.openxmlformats.org/officeDocument/2006/relationships/image" Target="../media/image66.png"/><Relationship Id="rId61" Type="http://schemas.openxmlformats.org/officeDocument/2006/relationships/image" Target="../media/image31.png"/><Relationship Id="rId82" Type="http://schemas.openxmlformats.org/officeDocument/2006/relationships/customXml" Target="../ink/ink40.xml"/><Relationship Id="rId19" Type="http://schemas.openxmlformats.org/officeDocument/2006/relationships/image" Target="../media/image10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56" Type="http://schemas.openxmlformats.org/officeDocument/2006/relationships/customXml" Target="../ink/ink27.xml"/><Relationship Id="rId77" Type="http://schemas.openxmlformats.org/officeDocument/2006/relationships/image" Target="../media/image39.png"/><Relationship Id="rId100" Type="http://schemas.openxmlformats.org/officeDocument/2006/relationships/customXml" Target="../ink/ink49.xml"/><Relationship Id="rId105" Type="http://schemas.openxmlformats.org/officeDocument/2006/relationships/image" Target="../media/image53.png"/><Relationship Id="rId126" Type="http://schemas.openxmlformats.org/officeDocument/2006/relationships/customXml" Target="../ink/ink62.xml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72" Type="http://schemas.openxmlformats.org/officeDocument/2006/relationships/customXml" Target="../ink/ink35.xml"/><Relationship Id="rId93" Type="http://schemas.openxmlformats.org/officeDocument/2006/relationships/image" Target="../media/image47.png"/><Relationship Id="rId98" Type="http://schemas.openxmlformats.org/officeDocument/2006/relationships/customXml" Target="../ink/ink48.xml"/><Relationship Id="rId121" Type="http://schemas.openxmlformats.org/officeDocument/2006/relationships/image" Target="../media/image61.png"/><Relationship Id="rId3" Type="http://schemas.openxmlformats.org/officeDocument/2006/relationships/image" Target="../media/image2.jpeg"/><Relationship Id="rId25" Type="http://schemas.openxmlformats.org/officeDocument/2006/relationships/image" Target="../media/image13.png"/><Relationship Id="rId46" Type="http://schemas.openxmlformats.org/officeDocument/2006/relationships/customXml" Target="../ink/ink22.xml"/><Relationship Id="rId67" Type="http://schemas.openxmlformats.org/officeDocument/2006/relationships/image" Target="../media/image34.png"/><Relationship Id="rId116" Type="http://schemas.openxmlformats.org/officeDocument/2006/relationships/customXml" Target="../ink/ink57.xml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62" Type="http://schemas.openxmlformats.org/officeDocument/2006/relationships/customXml" Target="../ink/ink30.xml"/><Relationship Id="rId83" Type="http://schemas.openxmlformats.org/officeDocument/2006/relationships/image" Target="../media/image42.png"/><Relationship Id="rId88" Type="http://schemas.openxmlformats.org/officeDocument/2006/relationships/customXml" Target="../ink/ink43.xml"/><Relationship Id="rId111" Type="http://schemas.openxmlformats.org/officeDocument/2006/relationships/image" Target="../media/image56.png"/><Relationship Id="rId132" Type="http://schemas.openxmlformats.org/officeDocument/2006/relationships/customXml" Target="../ink/ink65.xml"/><Relationship Id="rId15" Type="http://schemas.openxmlformats.org/officeDocument/2006/relationships/image" Target="../media/image8.png"/><Relationship Id="rId36" Type="http://schemas.openxmlformats.org/officeDocument/2006/relationships/customXml" Target="../ink/ink17.xml"/><Relationship Id="rId57" Type="http://schemas.openxmlformats.org/officeDocument/2006/relationships/image" Target="../media/image29.png"/><Relationship Id="rId106" Type="http://schemas.openxmlformats.org/officeDocument/2006/relationships/customXml" Target="../ink/ink52.xml"/><Relationship Id="rId127" Type="http://schemas.openxmlformats.org/officeDocument/2006/relationships/image" Target="../media/image64.png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52" Type="http://schemas.openxmlformats.org/officeDocument/2006/relationships/customXml" Target="../ink/ink25.xml"/><Relationship Id="rId73" Type="http://schemas.openxmlformats.org/officeDocument/2006/relationships/image" Target="../media/image37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0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26" Type="http://schemas.openxmlformats.org/officeDocument/2006/relationships/customXml" Target="../ink/ink12.xml"/><Relationship Id="rId47" Type="http://schemas.openxmlformats.org/officeDocument/2006/relationships/image" Target="../media/image24.png"/><Relationship Id="rId68" Type="http://schemas.openxmlformats.org/officeDocument/2006/relationships/customXml" Target="../ink/ink33.xml"/><Relationship Id="rId89" Type="http://schemas.openxmlformats.org/officeDocument/2006/relationships/image" Target="../media/image45.png"/><Relationship Id="rId112" Type="http://schemas.openxmlformats.org/officeDocument/2006/relationships/customXml" Target="../ink/ink55.xml"/><Relationship Id="rId133" Type="http://schemas.openxmlformats.org/officeDocument/2006/relationships/image" Target="../media/image6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customXml" Target="../ink/ink72.xml"/><Relationship Id="rId18" Type="http://schemas.openxmlformats.org/officeDocument/2006/relationships/image" Target="../media/image78.png"/><Relationship Id="rId3" Type="http://schemas.openxmlformats.org/officeDocument/2006/relationships/customXml" Target="../ink/ink67.xml"/><Relationship Id="rId21" Type="http://schemas.openxmlformats.org/officeDocument/2006/relationships/customXml" Target="../ink/ink76.xml"/><Relationship Id="rId7" Type="http://schemas.openxmlformats.org/officeDocument/2006/relationships/customXml" Target="../ink/ink69.xml"/><Relationship Id="rId12" Type="http://schemas.openxmlformats.org/officeDocument/2006/relationships/image" Target="../media/image75.png"/><Relationship Id="rId17" Type="http://schemas.openxmlformats.org/officeDocument/2006/relationships/customXml" Target="../ink/ink74.xml"/><Relationship Id="rId2" Type="http://schemas.openxmlformats.org/officeDocument/2006/relationships/image" Target="../media/image70.jpeg"/><Relationship Id="rId16" Type="http://schemas.openxmlformats.org/officeDocument/2006/relationships/image" Target="../media/image77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2.png"/><Relationship Id="rId11" Type="http://schemas.openxmlformats.org/officeDocument/2006/relationships/customXml" Target="../ink/ink71.xml"/><Relationship Id="rId5" Type="http://schemas.openxmlformats.org/officeDocument/2006/relationships/customXml" Target="../ink/ink68.xml"/><Relationship Id="rId15" Type="http://schemas.openxmlformats.org/officeDocument/2006/relationships/customXml" Target="../ink/ink73.xml"/><Relationship Id="rId10" Type="http://schemas.openxmlformats.org/officeDocument/2006/relationships/image" Target="../media/image74.png"/><Relationship Id="rId19" Type="http://schemas.openxmlformats.org/officeDocument/2006/relationships/customXml" Target="../ink/ink75.xml"/><Relationship Id="rId4" Type="http://schemas.openxmlformats.org/officeDocument/2006/relationships/image" Target="../media/image71.png"/><Relationship Id="rId9" Type="http://schemas.openxmlformats.org/officeDocument/2006/relationships/customXml" Target="../ink/ink70.xml"/><Relationship Id="rId14" Type="http://schemas.openxmlformats.org/officeDocument/2006/relationships/image" Target="../media/image76.png"/><Relationship Id="rId22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customXml" Target="../ink/ink82.xml"/><Relationship Id="rId18" Type="http://schemas.openxmlformats.org/officeDocument/2006/relationships/image" Target="../media/image89.png"/><Relationship Id="rId26" Type="http://schemas.openxmlformats.org/officeDocument/2006/relationships/image" Target="../media/image93.png"/><Relationship Id="rId3" Type="http://schemas.openxmlformats.org/officeDocument/2006/relationships/customXml" Target="../ink/ink77.xml"/><Relationship Id="rId21" Type="http://schemas.openxmlformats.org/officeDocument/2006/relationships/customXml" Target="../ink/ink86.xml"/><Relationship Id="rId7" Type="http://schemas.openxmlformats.org/officeDocument/2006/relationships/customXml" Target="../ink/ink79.xml"/><Relationship Id="rId12" Type="http://schemas.openxmlformats.org/officeDocument/2006/relationships/image" Target="../media/image86.png"/><Relationship Id="rId17" Type="http://schemas.openxmlformats.org/officeDocument/2006/relationships/customXml" Target="../ink/ink84.xml"/><Relationship Id="rId25" Type="http://schemas.openxmlformats.org/officeDocument/2006/relationships/customXml" Target="../ink/ink88.xml"/><Relationship Id="rId2" Type="http://schemas.openxmlformats.org/officeDocument/2006/relationships/image" Target="../media/image81.jpeg"/><Relationship Id="rId16" Type="http://schemas.openxmlformats.org/officeDocument/2006/relationships/image" Target="../media/image88.png"/><Relationship Id="rId20" Type="http://schemas.openxmlformats.org/officeDocument/2006/relationships/image" Target="../media/image90.png"/><Relationship Id="rId29" Type="http://schemas.openxmlformats.org/officeDocument/2006/relationships/customXml" Target="../ink/ink9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3.png"/><Relationship Id="rId11" Type="http://schemas.openxmlformats.org/officeDocument/2006/relationships/customXml" Target="../ink/ink81.xml"/><Relationship Id="rId24" Type="http://schemas.openxmlformats.org/officeDocument/2006/relationships/image" Target="../media/image92.png"/><Relationship Id="rId32" Type="http://schemas.openxmlformats.org/officeDocument/2006/relationships/image" Target="../media/image96.png"/><Relationship Id="rId5" Type="http://schemas.openxmlformats.org/officeDocument/2006/relationships/customXml" Target="../ink/ink78.xml"/><Relationship Id="rId15" Type="http://schemas.openxmlformats.org/officeDocument/2006/relationships/customXml" Target="../ink/ink83.xml"/><Relationship Id="rId23" Type="http://schemas.openxmlformats.org/officeDocument/2006/relationships/customXml" Target="../ink/ink87.xml"/><Relationship Id="rId28" Type="http://schemas.openxmlformats.org/officeDocument/2006/relationships/image" Target="../media/image94.png"/><Relationship Id="rId10" Type="http://schemas.openxmlformats.org/officeDocument/2006/relationships/image" Target="../media/image85.png"/><Relationship Id="rId19" Type="http://schemas.openxmlformats.org/officeDocument/2006/relationships/customXml" Target="../ink/ink85.xml"/><Relationship Id="rId31" Type="http://schemas.openxmlformats.org/officeDocument/2006/relationships/customXml" Target="../ink/ink91.xml"/><Relationship Id="rId4" Type="http://schemas.openxmlformats.org/officeDocument/2006/relationships/image" Target="../media/image82.png"/><Relationship Id="rId9" Type="http://schemas.openxmlformats.org/officeDocument/2006/relationships/customXml" Target="../ink/ink80.xml"/><Relationship Id="rId14" Type="http://schemas.openxmlformats.org/officeDocument/2006/relationships/image" Target="../media/image87.png"/><Relationship Id="rId22" Type="http://schemas.openxmlformats.org/officeDocument/2006/relationships/image" Target="../media/image91.png"/><Relationship Id="rId27" Type="http://schemas.openxmlformats.org/officeDocument/2006/relationships/customXml" Target="../ink/ink89.xml"/><Relationship Id="rId30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Author and Dat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3" name="ADA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ADA</a:t>
            </a:r>
          </a:p>
        </p:txBody>
      </p:sp>
      <p:sp>
        <p:nvSpPr>
          <p:cNvPr id="174" name="Tu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Tut 7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235" y="7844351"/>
            <a:ext cx="20828001" cy="6388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Image" descr="Imag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3922542" y="1997422"/>
            <a:ext cx="28953619" cy="22315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3" y="0"/>
                </a:moveTo>
                <a:cubicBezTo>
                  <a:pt x="285" y="0"/>
                  <a:pt x="214" y="1"/>
                  <a:pt x="167" y="257"/>
                </a:cubicBezTo>
                <a:cubicBezTo>
                  <a:pt x="98" y="580"/>
                  <a:pt x="45" y="1277"/>
                  <a:pt x="20" y="2163"/>
                </a:cubicBezTo>
                <a:cubicBezTo>
                  <a:pt x="0" y="2777"/>
                  <a:pt x="0" y="3696"/>
                  <a:pt x="0" y="5232"/>
                </a:cubicBezTo>
                <a:lnTo>
                  <a:pt x="0" y="16364"/>
                </a:lnTo>
                <a:cubicBezTo>
                  <a:pt x="0" y="17900"/>
                  <a:pt x="0" y="18823"/>
                  <a:pt x="20" y="19437"/>
                </a:cubicBezTo>
                <a:cubicBezTo>
                  <a:pt x="45" y="20323"/>
                  <a:pt x="98" y="21020"/>
                  <a:pt x="167" y="21343"/>
                </a:cubicBezTo>
                <a:cubicBezTo>
                  <a:pt x="214" y="21599"/>
                  <a:pt x="285" y="21600"/>
                  <a:pt x="403" y="21600"/>
                </a:cubicBezTo>
                <a:lnTo>
                  <a:pt x="21197" y="21600"/>
                </a:lnTo>
                <a:cubicBezTo>
                  <a:pt x="21315" y="21600"/>
                  <a:pt x="21386" y="21599"/>
                  <a:pt x="21433" y="21343"/>
                </a:cubicBezTo>
                <a:cubicBezTo>
                  <a:pt x="21502" y="21020"/>
                  <a:pt x="21555" y="20323"/>
                  <a:pt x="21580" y="19437"/>
                </a:cubicBezTo>
                <a:cubicBezTo>
                  <a:pt x="21600" y="18823"/>
                  <a:pt x="21600" y="17900"/>
                  <a:pt x="21600" y="16364"/>
                </a:cubicBezTo>
                <a:lnTo>
                  <a:pt x="21600" y="5232"/>
                </a:lnTo>
                <a:cubicBezTo>
                  <a:pt x="21600" y="3696"/>
                  <a:pt x="21600" y="2777"/>
                  <a:pt x="21580" y="2163"/>
                </a:cubicBezTo>
                <a:cubicBezTo>
                  <a:pt x="21555" y="1277"/>
                  <a:pt x="21502" y="580"/>
                  <a:pt x="21433" y="257"/>
                </a:cubicBezTo>
                <a:cubicBezTo>
                  <a:pt x="21386" y="1"/>
                  <a:pt x="21315" y="0"/>
                  <a:pt x="21197" y="0"/>
                </a:cubicBezTo>
                <a:lnTo>
                  <a:pt x="403" y="0"/>
                </a:lnTo>
                <a:close/>
              </a:path>
            </a:pathLst>
          </a:custGeom>
          <a:ln w="12700">
            <a:miter lim="400000"/>
          </a:ln>
          <a:effectLst>
            <a:outerShdw blurRad="38100" dist="25400" dir="5400000" rotWithShape="0">
              <a:srgbClr val="000000">
                <a:alpha val="25000"/>
              </a:srgbClr>
            </a:outerShdw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D7DD74-7D03-0531-380B-41184F0E3609}"/>
              </a:ext>
            </a:extLst>
          </p:cNvPr>
          <p:cNvGrpSpPr/>
          <p:nvPr/>
        </p:nvGrpSpPr>
        <p:grpSpPr>
          <a:xfrm>
            <a:off x="14632776" y="9488808"/>
            <a:ext cx="3015000" cy="1267200"/>
            <a:chOff x="14632776" y="9488808"/>
            <a:chExt cx="3015000" cy="12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5EC452-7233-D35F-1753-65C455394EBB}"/>
                    </a:ext>
                  </a:extLst>
                </p14:cNvPr>
                <p14:cNvContentPartPr/>
                <p14:nvPr/>
              </p14:nvContentPartPr>
              <p14:xfrm>
                <a:off x="14632776" y="9881208"/>
                <a:ext cx="1453320" cy="874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5EC452-7233-D35F-1753-65C455394E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626656" y="9875088"/>
                  <a:ext cx="146556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AEDA47-126E-E9D8-B231-CCAE59E771E9}"/>
                    </a:ext>
                  </a:extLst>
                </p14:cNvPr>
                <p14:cNvContentPartPr/>
                <p14:nvPr/>
              </p14:nvContentPartPr>
              <p14:xfrm>
                <a:off x="16986456" y="9488808"/>
                <a:ext cx="661320" cy="427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AEDA47-126E-E9D8-B231-CCAE59E771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80336" y="9482688"/>
                  <a:ext cx="673560" cy="43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E60B4D-323C-8B9A-594B-66E56863B7AD}"/>
              </a:ext>
            </a:extLst>
          </p:cNvPr>
          <p:cNvGrpSpPr/>
          <p:nvPr/>
        </p:nvGrpSpPr>
        <p:grpSpPr>
          <a:xfrm>
            <a:off x="9007776" y="8838648"/>
            <a:ext cx="1654920" cy="1756080"/>
            <a:chOff x="9007776" y="8838648"/>
            <a:chExt cx="1654920" cy="175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5EB549-A5F5-67E9-1C28-F0073CAE6A60}"/>
                    </a:ext>
                  </a:extLst>
                </p14:cNvPr>
                <p14:cNvContentPartPr/>
                <p14:nvPr/>
              </p14:nvContentPartPr>
              <p14:xfrm>
                <a:off x="9007776" y="9400248"/>
                <a:ext cx="1041840" cy="1194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5EB549-A5F5-67E9-1C28-F0073CAE6A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01656" y="9394128"/>
                  <a:ext cx="1054080" cy="12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7CE460-12C8-8273-6D7C-99A08C63E519}"/>
                    </a:ext>
                  </a:extLst>
                </p14:cNvPr>
                <p14:cNvContentPartPr/>
                <p14:nvPr/>
              </p14:nvContentPartPr>
              <p14:xfrm>
                <a:off x="10310616" y="8838648"/>
                <a:ext cx="139680" cy="618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7CE460-12C8-8273-6D7C-99A08C63E5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04496" y="8832528"/>
                  <a:ext cx="15192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C2E7236-A742-CC55-56CF-E78B4E45EF97}"/>
                    </a:ext>
                  </a:extLst>
                </p14:cNvPr>
                <p14:cNvContentPartPr/>
                <p14:nvPr/>
              </p14:nvContentPartPr>
              <p14:xfrm>
                <a:off x="10295496" y="9738288"/>
                <a:ext cx="367200" cy="104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C2E7236-A742-CC55-56CF-E78B4E45EF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89376" y="9732168"/>
                  <a:ext cx="37944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C36498-E770-36B4-C802-8253FAAC6310}"/>
              </a:ext>
            </a:extLst>
          </p:cNvPr>
          <p:cNvGrpSpPr/>
          <p:nvPr/>
        </p:nvGrpSpPr>
        <p:grpSpPr>
          <a:xfrm>
            <a:off x="6117696" y="11659608"/>
            <a:ext cx="322920" cy="746280"/>
            <a:chOff x="6117696" y="11659608"/>
            <a:chExt cx="322920" cy="74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5F57EB-E304-4EA9-D6A7-0F2A3ADD944E}"/>
                    </a:ext>
                  </a:extLst>
                </p14:cNvPr>
                <p14:cNvContentPartPr/>
                <p14:nvPr/>
              </p14:nvContentPartPr>
              <p14:xfrm>
                <a:off x="6255936" y="11662128"/>
                <a:ext cx="167760" cy="743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5F57EB-E304-4EA9-D6A7-0F2A3ADD94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49816" y="11656008"/>
                  <a:ext cx="18000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3F0ADA-B7C0-DC79-614F-58CDE9AFAC94}"/>
                    </a:ext>
                  </a:extLst>
                </p14:cNvPr>
                <p14:cNvContentPartPr/>
                <p14:nvPr/>
              </p14:nvContentPartPr>
              <p14:xfrm>
                <a:off x="6117696" y="11659608"/>
                <a:ext cx="322920" cy="230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3F0ADA-B7C0-DC79-614F-58CDE9AFAC9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11576" y="11653488"/>
                  <a:ext cx="33516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02A0785-3C8B-C740-66AA-E17FC715F80A}"/>
                  </a:ext>
                </a:extLst>
              </p14:cNvPr>
              <p14:cNvContentPartPr/>
              <p14:nvPr/>
            </p14:nvContentPartPr>
            <p14:xfrm>
              <a:off x="6912936" y="11127528"/>
              <a:ext cx="565200" cy="738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02A0785-3C8B-C740-66AA-E17FC715F80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06816" y="11121408"/>
                <a:ext cx="577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8950EBF-CABA-3DBB-C940-FDCDB0C7CCA4}"/>
                  </a:ext>
                </a:extLst>
              </p14:cNvPr>
              <p14:cNvContentPartPr/>
              <p14:nvPr/>
            </p14:nvContentPartPr>
            <p14:xfrm>
              <a:off x="8037576" y="11140488"/>
              <a:ext cx="443880" cy="457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8950EBF-CABA-3DBB-C940-FDCDB0C7CCA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31456" y="11134368"/>
                <a:ext cx="4561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618478C-BFB3-FDA5-A6D1-1BF8DEF35AC6}"/>
                  </a:ext>
                </a:extLst>
              </p14:cNvPr>
              <p14:cNvContentPartPr/>
              <p14:nvPr/>
            </p14:nvContentPartPr>
            <p14:xfrm>
              <a:off x="8961696" y="11730528"/>
              <a:ext cx="158040" cy="574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618478C-BFB3-FDA5-A6D1-1BF8DEF35AC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955576" y="11724408"/>
                <a:ext cx="170280" cy="58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927E7AA9-C0E5-BD34-87FE-4F3B6966372C}"/>
              </a:ext>
            </a:extLst>
          </p:cNvPr>
          <p:cNvGrpSpPr/>
          <p:nvPr/>
        </p:nvGrpSpPr>
        <p:grpSpPr>
          <a:xfrm>
            <a:off x="11712816" y="11682648"/>
            <a:ext cx="526320" cy="705600"/>
            <a:chOff x="11712816" y="11682648"/>
            <a:chExt cx="526320" cy="70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94B363C-81D1-A048-2E52-FD8B03BB006F}"/>
                    </a:ext>
                  </a:extLst>
                </p14:cNvPr>
                <p14:cNvContentPartPr/>
                <p14:nvPr/>
              </p14:nvContentPartPr>
              <p14:xfrm>
                <a:off x="12009456" y="11682648"/>
                <a:ext cx="229680" cy="705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94B363C-81D1-A048-2E52-FD8B03BB006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003336" y="11676528"/>
                  <a:ext cx="24192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32EE7DE-B92F-4A94-4156-89A780CC336C}"/>
                    </a:ext>
                  </a:extLst>
                </p14:cNvPr>
                <p14:cNvContentPartPr/>
                <p14:nvPr/>
              </p14:nvContentPartPr>
              <p14:xfrm>
                <a:off x="11712816" y="11719728"/>
                <a:ext cx="315000" cy="243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32EE7DE-B92F-4A94-4156-89A780CC33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706696" y="11713608"/>
                  <a:ext cx="32724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6DD758F-70CD-B50A-5D6A-B61B9186C651}"/>
                  </a:ext>
                </a:extLst>
              </p14:cNvPr>
              <p14:cNvContentPartPr/>
              <p14:nvPr/>
            </p14:nvContentPartPr>
            <p14:xfrm>
              <a:off x="13531896" y="11420928"/>
              <a:ext cx="494640" cy="90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6DD758F-70CD-B50A-5D6A-B61B9186C65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525776" y="11414808"/>
                <a:ext cx="50688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F00C401-BE5B-91C3-04E5-43B4DA602BB4}"/>
              </a:ext>
            </a:extLst>
          </p:cNvPr>
          <p:cNvGrpSpPr/>
          <p:nvPr/>
        </p:nvGrpSpPr>
        <p:grpSpPr>
          <a:xfrm>
            <a:off x="13664736" y="11850408"/>
            <a:ext cx="364680" cy="783000"/>
            <a:chOff x="13664736" y="11850408"/>
            <a:chExt cx="364680" cy="78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74B37C-4167-CF23-E49D-1AF666916D81}"/>
                    </a:ext>
                  </a:extLst>
                </p14:cNvPr>
                <p14:cNvContentPartPr/>
                <p14:nvPr/>
              </p14:nvContentPartPr>
              <p14:xfrm>
                <a:off x="13887576" y="11850408"/>
                <a:ext cx="141840" cy="783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74B37C-4167-CF23-E49D-1AF666916D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881456" y="11844288"/>
                  <a:ext cx="15408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D4CF08-6044-5875-1644-6CCFC309162E}"/>
                    </a:ext>
                  </a:extLst>
                </p14:cNvPr>
                <p14:cNvContentPartPr/>
                <p14:nvPr/>
              </p14:nvContentPartPr>
              <p14:xfrm>
                <a:off x="13664736" y="11859408"/>
                <a:ext cx="288360" cy="171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D4CF08-6044-5875-1644-6CCFC30916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658616" y="11853288"/>
                  <a:ext cx="30060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BE9E7BC-D607-7045-99A1-1015B599CC75}"/>
              </a:ext>
            </a:extLst>
          </p:cNvPr>
          <p:cNvGrpSpPr/>
          <p:nvPr/>
        </p:nvGrpSpPr>
        <p:grpSpPr>
          <a:xfrm>
            <a:off x="15199776" y="5696568"/>
            <a:ext cx="7916040" cy="1314720"/>
            <a:chOff x="15199776" y="5696568"/>
            <a:chExt cx="7916040" cy="13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0B8904D-EAA9-7F6E-78AA-3C37151E5293}"/>
                    </a:ext>
                  </a:extLst>
                </p14:cNvPr>
                <p14:cNvContentPartPr/>
                <p14:nvPr/>
              </p14:nvContentPartPr>
              <p14:xfrm>
                <a:off x="15368616" y="5696568"/>
                <a:ext cx="453960" cy="604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0B8904D-EAA9-7F6E-78AA-3C37151E529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364296" y="5692248"/>
                  <a:ext cx="46260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F26B696-FA10-B918-72A7-5382C19F3768}"/>
                    </a:ext>
                  </a:extLst>
                </p14:cNvPr>
                <p14:cNvContentPartPr/>
                <p14:nvPr/>
              </p14:nvContentPartPr>
              <p14:xfrm>
                <a:off x="16057656" y="6154128"/>
                <a:ext cx="137880" cy="22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F26B696-FA10-B918-72A7-5382C19F376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051536" y="6148008"/>
                  <a:ext cx="150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95836DF-42C3-868E-C0A3-AA14BC360BFF}"/>
                    </a:ext>
                  </a:extLst>
                </p14:cNvPr>
                <p14:cNvContentPartPr/>
                <p14:nvPr/>
              </p14:nvContentPartPr>
              <p14:xfrm>
                <a:off x="16027776" y="6200928"/>
                <a:ext cx="259560" cy="67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95836DF-42C3-868E-C0A3-AA14BC360B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021656" y="6194808"/>
                  <a:ext cx="2718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9070EE6-1EC2-CC64-B5DC-2B3A766725EB}"/>
                    </a:ext>
                  </a:extLst>
                </p14:cNvPr>
                <p14:cNvContentPartPr/>
                <p14:nvPr/>
              </p14:nvContentPartPr>
              <p14:xfrm>
                <a:off x="16735176" y="5939568"/>
                <a:ext cx="451800" cy="462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9070EE6-1EC2-CC64-B5DC-2B3A766725E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729056" y="5933448"/>
                  <a:ext cx="46404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160832-303D-718A-DBC2-56A9705B34FA}"/>
                    </a:ext>
                  </a:extLst>
                </p14:cNvPr>
                <p14:cNvContentPartPr/>
                <p14:nvPr/>
              </p14:nvContentPartPr>
              <p14:xfrm>
                <a:off x="17519976" y="5888088"/>
                <a:ext cx="267480" cy="471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160832-303D-718A-DBC2-56A9705B34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513856" y="5881968"/>
                  <a:ext cx="27972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75B1BA5-7B0D-C1B4-D545-22E73AD8A7B1}"/>
                    </a:ext>
                  </a:extLst>
                </p14:cNvPr>
                <p14:cNvContentPartPr/>
                <p14:nvPr/>
              </p14:nvContentPartPr>
              <p14:xfrm>
                <a:off x="18056376" y="6217128"/>
                <a:ext cx="12240" cy="358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75B1BA5-7B0D-C1B4-D545-22E73AD8A7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050256" y="6211008"/>
                  <a:ext cx="244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A0B4251-81D4-921C-2967-F3CCC49135D7}"/>
                    </a:ext>
                  </a:extLst>
                </p14:cNvPr>
                <p14:cNvContentPartPr/>
                <p14:nvPr/>
              </p14:nvContentPartPr>
              <p14:xfrm>
                <a:off x="18341856" y="5999328"/>
                <a:ext cx="266400" cy="397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A0B4251-81D4-921C-2967-F3CCC49135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335736" y="5993208"/>
                  <a:ext cx="2786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289A0F-71A8-5455-A97D-6B4330D1534E}"/>
                    </a:ext>
                  </a:extLst>
                </p14:cNvPr>
                <p14:cNvContentPartPr/>
                <p14:nvPr/>
              </p14:nvContentPartPr>
              <p14:xfrm>
                <a:off x="18295056" y="6174648"/>
                <a:ext cx="239760" cy="70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289A0F-71A8-5455-A97D-6B4330D153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288936" y="6168528"/>
                  <a:ext cx="252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6D678E-43F3-90B6-1BE3-E54F48384BD5}"/>
                    </a:ext>
                  </a:extLst>
                </p14:cNvPr>
                <p14:cNvContentPartPr/>
                <p14:nvPr/>
              </p14:nvContentPartPr>
              <p14:xfrm>
                <a:off x="18313416" y="6008328"/>
                <a:ext cx="290520" cy="75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6D678E-43F3-90B6-1BE3-E54F48384B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307296" y="6002208"/>
                  <a:ext cx="302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F71787A-7ADC-D267-06E5-73E04742CF67}"/>
                    </a:ext>
                  </a:extLst>
                </p14:cNvPr>
                <p14:cNvContentPartPr/>
                <p14:nvPr/>
              </p14:nvContentPartPr>
              <p14:xfrm>
                <a:off x="18860976" y="5975208"/>
                <a:ext cx="436680" cy="405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F71787A-7ADC-D267-06E5-73E04742CF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854856" y="5969088"/>
                  <a:ext cx="44892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E7ED16-2091-4E8B-7111-6D47B3915E48}"/>
                    </a:ext>
                  </a:extLst>
                </p14:cNvPr>
                <p14:cNvContentPartPr/>
                <p14:nvPr/>
              </p14:nvContentPartPr>
              <p14:xfrm>
                <a:off x="15199776" y="6888888"/>
                <a:ext cx="4426200" cy="122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E7ED16-2091-4E8B-7111-6D47B3915E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193656" y="6882768"/>
                  <a:ext cx="4438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051978-332F-A634-F1F3-55468680CABE}"/>
                    </a:ext>
                  </a:extLst>
                </p14:cNvPr>
                <p14:cNvContentPartPr/>
                <p14:nvPr/>
              </p14:nvContentPartPr>
              <p14:xfrm>
                <a:off x="19721376" y="5735448"/>
                <a:ext cx="340200" cy="1040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051978-332F-A634-F1F3-55468680CAB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715256" y="5729328"/>
                  <a:ext cx="352440" cy="10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AE8EC32-0BBF-D16C-812C-3443B513F438}"/>
                    </a:ext>
                  </a:extLst>
                </p14:cNvPr>
                <p14:cNvContentPartPr/>
                <p14:nvPr/>
              </p14:nvContentPartPr>
              <p14:xfrm>
                <a:off x="20107296" y="5983488"/>
                <a:ext cx="241560" cy="441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AE8EC32-0BBF-D16C-812C-3443B513F43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101176" y="5977368"/>
                  <a:ext cx="2538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B9C1C9-71EC-3DFF-FB15-8D0AE0CA6F58}"/>
                    </a:ext>
                  </a:extLst>
                </p14:cNvPr>
                <p14:cNvContentPartPr/>
                <p14:nvPr/>
              </p14:nvContentPartPr>
              <p14:xfrm>
                <a:off x="20452536" y="6227208"/>
                <a:ext cx="209160" cy="243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B9C1C9-71EC-3DFF-FB15-8D0AE0CA6F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446416" y="6221088"/>
                  <a:ext cx="221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C969D2F-16BD-7F17-82C8-900A285C0167}"/>
                    </a:ext>
                  </a:extLst>
                </p14:cNvPr>
                <p14:cNvContentPartPr/>
                <p14:nvPr/>
              </p14:nvContentPartPr>
              <p14:xfrm>
                <a:off x="20772576" y="6103008"/>
                <a:ext cx="402840" cy="416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C969D2F-16BD-7F17-82C8-900A285C01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766456" y="6096888"/>
                  <a:ext cx="4150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2A0A2D5-552F-35FC-C0F8-C73A4B81EE2A}"/>
                    </a:ext>
                  </a:extLst>
                </p14:cNvPr>
                <p14:cNvContentPartPr/>
                <p14:nvPr/>
              </p14:nvContentPartPr>
              <p14:xfrm>
                <a:off x="21145536" y="6196608"/>
                <a:ext cx="2520" cy="26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2A0A2D5-552F-35FC-C0F8-C73A4B81EE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139416" y="6190488"/>
                  <a:ext cx="14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829E0D7-6F06-C055-99C1-642CFFEEF34A}"/>
                    </a:ext>
                  </a:extLst>
                </p14:cNvPr>
                <p14:cNvContentPartPr/>
                <p14:nvPr/>
              </p14:nvContentPartPr>
              <p14:xfrm>
                <a:off x="21209616" y="6341328"/>
                <a:ext cx="156960" cy="209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829E0D7-6F06-C055-99C1-642CFFEEF34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203496" y="6335208"/>
                  <a:ext cx="169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1AF4503-493F-9C2C-8D7A-9E2C2BA9AB1E}"/>
                    </a:ext>
                  </a:extLst>
                </p14:cNvPr>
                <p14:cNvContentPartPr/>
                <p14:nvPr/>
              </p14:nvContentPartPr>
              <p14:xfrm>
                <a:off x="21487176" y="6350328"/>
                <a:ext cx="242280" cy="260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1AF4503-493F-9C2C-8D7A-9E2C2BA9AB1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481056" y="6344208"/>
                  <a:ext cx="2545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96158C-97D8-2902-B9AE-EFA9D3B12AF7}"/>
                    </a:ext>
                  </a:extLst>
                </p14:cNvPr>
                <p14:cNvContentPartPr/>
                <p14:nvPr/>
              </p14:nvContentPartPr>
              <p14:xfrm>
                <a:off x="21751056" y="6371208"/>
                <a:ext cx="196200" cy="228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96158C-97D8-2902-B9AE-EFA9D3B12AF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744936" y="6365088"/>
                  <a:ext cx="2084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F7F44A-477F-4A7B-217F-7B5586DAEA6E}"/>
                    </a:ext>
                  </a:extLst>
                </p14:cNvPr>
                <p14:cNvContentPartPr/>
                <p14:nvPr/>
              </p14:nvContentPartPr>
              <p14:xfrm>
                <a:off x="22032936" y="6169608"/>
                <a:ext cx="55440" cy="402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F7F44A-477F-4A7B-217F-7B5586DAEA6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026816" y="6163488"/>
                  <a:ext cx="676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41CC245-D784-50C5-6226-7931D19D8B46}"/>
                    </a:ext>
                  </a:extLst>
                </p14:cNvPr>
                <p14:cNvContentPartPr/>
                <p14:nvPr/>
              </p14:nvContentPartPr>
              <p14:xfrm>
                <a:off x="22013496" y="6306048"/>
                <a:ext cx="194040" cy="75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41CC245-D784-50C5-6226-7931D19D8B4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007376" y="6299928"/>
                  <a:ext cx="206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AD38EF7-0E40-C1E8-8885-7A9EAFF9A534}"/>
                    </a:ext>
                  </a:extLst>
                </p14:cNvPr>
                <p14:cNvContentPartPr/>
                <p14:nvPr/>
              </p14:nvContentPartPr>
              <p14:xfrm>
                <a:off x="22245696" y="6381288"/>
                <a:ext cx="277920" cy="215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AD38EF7-0E40-C1E8-8885-7A9EAFF9A53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239576" y="6375168"/>
                  <a:ext cx="290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B31AB1-AE1F-2E18-E4F1-1997E3C90760}"/>
                    </a:ext>
                  </a:extLst>
                </p14:cNvPr>
                <p14:cNvContentPartPr/>
                <p14:nvPr/>
              </p14:nvContentPartPr>
              <p14:xfrm>
                <a:off x="22476456" y="6122448"/>
                <a:ext cx="397800" cy="435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B31AB1-AE1F-2E18-E4F1-1997E3C9076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470336" y="6116328"/>
                  <a:ext cx="41004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BFAFBD-EA8C-41CC-4AE2-8439391238BB}"/>
                    </a:ext>
                  </a:extLst>
                </p14:cNvPr>
                <p14:cNvContentPartPr/>
                <p14:nvPr/>
              </p14:nvContentPartPr>
              <p14:xfrm>
                <a:off x="22717296" y="5888448"/>
                <a:ext cx="398520" cy="774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BFAFBD-EA8C-41CC-4AE2-8439391238B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711176" y="5882328"/>
                  <a:ext cx="410760" cy="78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FBCBB64-28C8-0FD0-5577-4A17AE4428A5}"/>
              </a:ext>
            </a:extLst>
          </p:cNvPr>
          <p:cNvGrpSpPr/>
          <p:nvPr/>
        </p:nvGrpSpPr>
        <p:grpSpPr>
          <a:xfrm>
            <a:off x="15740856" y="7632288"/>
            <a:ext cx="4149360" cy="1395000"/>
            <a:chOff x="15740856" y="7632288"/>
            <a:chExt cx="4149360" cy="13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626395A-16A7-3F18-41CC-9E7C64A86059}"/>
                    </a:ext>
                  </a:extLst>
                </p14:cNvPr>
                <p14:cNvContentPartPr/>
                <p14:nvPr/>
              </p14:nvContentPartPr>
              <p14:xfrm>
                <a:off x="15740856" y="7632288"/>
                <a:ext cx="251640" cy="561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626395A-16A7-3F18-41CC-9E7C64A8605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734736" y="7626168"/>
                  <a:ext cx="26388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1815586-5B1A-2739-93BF-3147F1D72F3C}"/>
                    </a:ext>
                  </a:extLst>
                </p14:cNvPr>
                <p14:cNvContentPartPr/>
                <p14:nvPr/>
              </p14:nvContentPartPr>
              <p14:xfrm>
                <a:off x="15775776" y="7978608"/>
                <a:ext cx="262800" cy="72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1815586-5B1A-2739-93BF-3147F1D72F3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769656" y="7972488"/>
                  <a:ext cx="275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89B5019-0E24-566F-0487-1CDC50466366}"/>
                    </a:ext>
                  </a:extLst>
                </p14:cNvPr>
                <p14:cNvContentPartPr/>
                <p14:nvPr/>
              </p14:nvContentPartPr>
              <p14:xfrm>
                <a:off x="16110936" y="7682328"/>
                <a:ext cx="316440" cy="505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89B5019-0E24-566F-0487-1CDC5046636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104816" y="7676208"/>
                  <a:ext cx="3286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2A595EA-2614-44A5-F398-BFC10934E890}"/>
                    </a:ext>
                  </a:extLst>
                </p14:cNvPr>
                <p14:cNvContentPartPr/>
                <p14:nvPr/>
              </p14:nvContentPartPr>
              <p14:xfrm>
                <a:off x="16428456" y="8030808"/>
                <a:ext cx="98640" cy="723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2A595EA-2614-44A5-F398-BFC10934E8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422336" y="8024688"/>
                  <a:ext cx="11088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36E90FD-265C-3911-C375-6E990F4A0E1D}"/>
                    </a:ext>
                  </a:extLst>
                </p14:cNvPr>
                <p14:cNvContentPartPr/>
                <p14:nvPr/>
              </p14:nvContentPartPr>
              <p14:xfrm>
                <a:off x="16404696" y="7752168"/>
                <a:ext cx="73800" cy="103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36E90FD-265C-3911-C375-6E990F4A0E1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398576" y="7746048"/>
                  <a:ext cx="86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830612-DD15-CC3E-D2F9-0481D73E7FCC}"/>
                    </a:ext>
                  </a:extLst>
                </p14:cNvPr>
                <p14:cNvContentPartPr/>
                <p14:nvPr/>
              </p14:nvContentPartPr>
              <p14:xfrm>
                <a:off x="16611696" y="8034768"/>
                <a:ext cx="360720" cy="275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830612-DD15-CC3E-D2F9-0481D73E7F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605576" y="8028648"/>
                  <a:ext cx="3729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A0FB3CF-25B7-ABA8-1F53-E296FEC61FCB}"/>
                    </a:ext>
                  </a:extLst>
                </p14:cNvPr>
                <p14:cNvContentPartPr/>
                <p14:nvPr/>
              </p14:nvContentPartPr>
              <p14:xfrm>
                <a:off x="17040456" y="7996248"/>
                <a:ext cx="215640" cy="314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A0FB3CF-25B7-ABA8-1F53-E296FEC61F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034336" y="7990128"/>
                  <a:ext cx="2278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D8A4EE-2159-D6C4-9827-2C6916BA7A9A}"/>
                    </a:ext>
                  </a:extLst>
                </p14:cNvPr>
                <p14:cNvContentPartPr/>
                <p14:nvPr/>
              </p14:nvContentPartPr>
              <p14:xfrm>
                <a:off x="17283096" y="7998048"/>
                <a:ext cx="582480" cy="348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D8A4EE-2159-D6C4-9827-2C6916BA7A9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276976" y="7991928"/>
                  <a:ext cx="5947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DF8919C-F574-4B11-A4A0-8B98577BA6E8}"/>
                    </a:ext>
                  </a:extLst>
                </p14:cNvPr>
                <p14:cNvContentPartPr/>
                <p14:nvPr/>
              </p14:nvContentPartPr>
              <p14:xfrm>
                <a:off x="17930016" y="7949448"/>
                <a:ext cx="597960" cy="1077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DF8919C-F574-4B11-A4A0-8B98577BA6E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923896" y="7943328"/>
                  <a:ext cx="610200" cy="10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97917D9-A67F-5665-B665-EBE2C8C2DAB4}"/>
                    </a:ext>
                  </a:extLst>
                </p14:cNvPr>
                <p14:cNvContentPartPr/>
                <p14:nvPr/>
              </p14:nvContentPartPr>
              <p14:xfrm>
                <a:off x="18958896" y="7752168"/>
                <a:ext cx="253080" cy="586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97917D9-A67F-5665-B665-EBE2C8C2DAB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952776" y="7746048"/>
                  <a:ext cx="26532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935ECE3-8038-47A9-D6A7-54849DC2C6DB}"/>
                    </a:ext>
                  </a:extLst>
                </p14:cNvPr>
                <p14:cNvContentPartPr/>
                <p14:nvPr/>
              </p14:nvContentPartPr>
              <p14:xfrm>
                <a:off x="19242576" y="8120448"/>
                <a:ext cx="63000" cy="214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935ECE3-8038-47A9-D6A7-54849DC2C6D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9236456" y="8114328"/>
                  <a:ext cx="75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250FB68-01E9-58E4-B12C-9C611FD73749}"/>
                    </a:ext>
                  </a:extLst>
                </p14:cNvPr>
                <p14:cNvContentPartPr/>
                <p14:nvPr/>
              </p14:nvContentPartPr>
              <p14:xfrm>
                <a:off x="19308456" y="7988328"/>
                <a:ext cx="8280" cy="27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250FB68-01E9-58E4-B12C-9C611FD737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302336" y="7982208"/>
                  <a:ext cx="20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C20E74D-1F20-3447-0967-8CA35D538852}"/>
                    </a:ext>
                  </a:extLst>
                </p14:cNvPr>
                <p14:cNvContentPartPr/>
                <p14:nvPr/>
              </p14:nvContentPartPr>
              <p14:xfrm>
                <a:off x="19382256" y="8082648"/>
                <a:ext cx="79560" cy="315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C20E74D-1F20-3447-0967-8CA35D53885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376136" y="8076528"/>
                  <a:ext cx="918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D4FE64B-9C91-E30F-99A5-070AFD300A34}"/>
                    </a:ext>
                  </a:extLst>
                </p14:cNvPr>
                <p14:cNvContentPartPr/>
                <p14:nvPr/>
              </p14:nvContentPartPr>
              <p14:xfrm>
                <a:off x="19586376" y="7874928"/>
                <a:ext cx="36720" cy="501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D4FE64B-9C91-E30F-99A5-070AFD300A3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580256" y="7868808"/>
                  <a:ext cx="489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907D3F4-4FE9-BB87-FF89-B8E71A763ECF}"/>
                    </a:ext>
                  </a:extLst>
                </p14:cNvPr>
                <p14:cNvContentPartPr/>
                <p14:nvPr/>
              </p14:nvContentPartPr>
              <p14:xfrm>
                <a:off x="19633176" y="8006688"/>
                <a:ext cx="257040" cy="173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907D3F4-4FE9-BB87-FF89-B8E71A763EC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627056" y="8000568"/>
                  <a:ext cx="26928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9E871A8-56E2-F8DD-42F5-C078A28D5541}"/>
              </a:ext>
            </a:extLst>
          </p:cNvPr>
          <p:cNvGrpSpPr/>
          <p:nvPr/>
        </p:nvGrpSpPr>
        <p:grpSpPr>
          <a:xfrm>
            <a:off x="18729936" y="9713088"/>
            <a:ext cx="846720" cy="694080"/>
            <a:chOff x="18729936" y="9713088"/>
            <a:chExt cx="846720" cy="69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F3588F6-DBA2-0F1B-89DE-E0D6D534BC85}"/>
                    </a:ext>
                  </a:extLst>
                </p14:cNvPr>
                <p14:cNvContentPartPr/>
                <p14:nvPr/>
              </p14:nvContentPartPr>
              <p14:xfrm>
                <a:off x="18740736" y="9713088"/>
                <a:ext cx="153720" cy="621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F3588F6-DBA2-0F1B-89DE-E0D6D534BC8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734616" y="9706968"/>
                  <a:ext cx="16596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8C2333B-5E08-9764-3DBA-AC3DA58C9428}"/>
                    </a:ext>
                  </a:extLst>
                </p14:cNvPr>
                <p14:cNvContentPartPr/>
                <p14:nvPr/>
              </p14:nvContentPartPr>
              <p14:xfrm>
                <a:off x="18729936" y="9827928"/>
                <a:ext cx="209160" cy="28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8C2333B-5E08-9764-3DBA-AC3DA58C94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723816" y="9821808"/>
                  <a:ext cx="221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3481235-122D-C24C-DB59-C4C1C10FBFB2}"/>
                    </a:ext>
                  </a:extLst>
                </p14:cNvPr>
                <p14:cNvContentPartPr/>
                <p14:nvPr/>
              </p14:nvContentPartPr>
              <p14:xfrm>
                <a:off x="19061496" y="10050768"/>
                <a:ext cx="41760" cy="37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3481235-122D-C24C-DB59-C4C1C10FBFB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055376" y="10044648"/>
                  <a:ext cx="54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21654BC-59BF-2AE6-4CD5-4E50C1A99366}"/>
                    </a:ext>
                  </a:extLst>
                </p14:cNvPr>
                <p14:cNvContentPartPr/>
                <p14:nvPr/>
              </p14:nvContentPartPr>
              <p14:xfrm>
                <a:off x="19116936" y="9963288"/>
                <a:ext cx="159120" cy="345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21654BC-59BF-2AE6-4CD5-4E50C1A9936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110816" y="9957168"/>
                  <a:ext cx="1713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6448E0F-55C3-0A9B-A461-CB8662F8CF66}"/>
                    </a:ext>
                  </a:extLst>
                </p14:cNvPr>
                <p14:cNvContentPartPr/>
                <p14:nvPr/>
              </p14:nvContentPartPr>
              <p14:xfrm>
                <a:off x="19316376" y="9823968"/>
                <a:ext cx="260280" cy="583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6448E0F-55C3-0A9B-A461-CB8662F8CF6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310256" y="9817848"/>
                  <a:ext cx="272520" cy="59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CED499B-4B1B-7484-4577-9F1613DC6459}"/>
                  </a:ext>
                </a:extLst>
              </p14:cNvPr>
              <p14:cNvContentPartPr/>
              <p14:nvPr/>
            </p14:nvContentPartPr>
            <p14:xfrm>
              <a:off x="19930176" y="10114848"/>
              <a:ext cx="473040" cy="2070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CED499B-4B1B-7484-4577-9F1613DC645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9924056" y="10108728"/>
                <a:ext cx="48528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8C972D6-1EC8-38BE-4528-C552B9BF35A5}"/>
              </a:ext>
            </a:extLst>
          </p:cNvPr>
          <p:cNvGrpSpPr/>
          <p:nvPr/>
        </p:nvGrpSpPr>
        <p:grpSpPr>
          <a:xfrm>
            <a:off x="20797056" y="9860328"/>
            <a:ext cx="468000" cy="721800"/>
            <a:chOff x="20797056" y="9860328"/>
            <a:chExt cx="468000" cy="72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C80FCE2-FDFC-952C-F9A0-C12C6E450013}"/>
                    </a:ext>
                  </a:extLst>
                </p14:cNvPr>
                <p14:cNvContentPartPr/>
                <p14:nvPr/>
              </p14:nvContentPartPr>
              <p14:xfrm>
                <a:off x="20797056" y="9882288"/>
                <a:ext cx="129960" cy="699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C80FCE2-FDFC-952C-F9A0-C12C6E45001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790936" y="9876168"/>
                  <a:ext cx="142200" cy="71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E9667D3-74A8-65BC-5BEA-65188FE8FB8E}"/>
                    </a:ext>
                  </a:extLst>
                </p14:cNvPr>
                <p14:cNvContentPartPr/>
                <p14:nvPr/>
              </p14:nvContentPartPr>
              <p14:xfrm>
                <a:off x="20846736" y="9860328"/>
                <a:ext cx="197280" cy="61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E9667D3-74A8-65BC-5BEA-65188FE8FB8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840616" y="9854208"/>
                  <a:ext cx="209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EABE68A-CDF8-4E50-04A8-C86334446E7B}"/>
                    </a:ext>
                  </a:extLst>
                </p14:cNvPr>
                <p14:cNvContentPartPr/>
                <p14:nvPr/>
              </p14:nvContentPartPr>
              <p14:xfrm>
                <a:off x="21071016" y="10108368"/>
                <a:ext cx="194040" cy="327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EABE68A-CDF8-4E50-04A8-C86334446E7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064896" y="10102248"/>
                  <a:ext cx="20628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0DA0B8E-1C19-E75E-A101-8963EE0F7387}"/>
              </a:ext>
            </a:extLst>
          </p:cNvPr>
          <p:cNvGrpSpPr/>
          <p:nvPr/>
        </p:nvGrpSpPr>
        <p:grpSpPr>
          <a:xfrm>
            <a:off x="21533256" y="9974808"/>
            <a:ext cx="844920" cy="604440"/>
            <a:chOff x="21533256" y="9974808"/>
            <a:chExt cx="844920" cy="60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2FFB23F-0C43-8E9D-5F88-28C52EAD411C}"/>
                    </a:ext>
                  </a:extLst>
                </p14:cNvPr>
                <p14:cNvContentPartPr/>
                <p14:nvPr/>
              </p14:nvContentPartPr>
              <p14:xfrm>
                <a:off x="21533256" y="10370088"/>
                <a:ext cx="46080" cy="150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2FFB23F-0C43-8E9D-5F88-28C52EAD411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527136" y="10363968"/>
                  <a:ext cx="58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EEA807E-6DF0-6599-5EE2-E64B53FCDB4B}"/>
                    </a:ext>
                  </a:extLst>
                </p14:cNvPr>
                <p14:cNvContentPartPr/>
                <p14:nvPr/>
              </p14:nvContentPartPr>
              <p14:xfrm>
                <a:off x="21785976" y="10159128"/>
                <a:ext cx="176400" cy="267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EEA807E-6DF0-6599-5EE2-E64B53FCDB4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779856" y="10153008"/>
                  <a:ext cx="1886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EDD1FEA-D991-58E6-CA6C-73D773878260}"/>
                    </a:ext>
                  </a:extLst>
                </p14:cNvPr>
                <p14:cNvContentPartPr/>
                <p14:nvPr/>
              </p14:nvContentPartPr>
              <p14:xfrm>
                <a:off x="22127976" y="9974808"/>
                <a:ext cx="250200" cy="604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EDD1FEA-D991-58E6-CA6C-73D77387826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121856" y="9968688"/>
                  <a:ext cx="262440" cy="616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07387" y="3621358"/>
            <a:ext cx="28011243" cy="65399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5637" y="3042381"/>
            <a:ext cx="26270397" cy="6871953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FBBEEA-3472-E48A-96E3-92DD859B0E50}"/>
                  </a:ext>
                </a:extLst>
              </p14:cNvPr>
              <p14:cNvContentPartPr/>
              <p14:nvPr/>
            </p14:nvContentPartPr>
            <p14:xfrm>
              <a:off x="4649616" y="7409448"/>
              <a:ext cx="3948840" cy="79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FBBEEA-3472-E48A-96E3-92DD859B0E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3496" y="7403328"/>
                <a:ext cx="39610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3B34AC-EC9B-1EA2-AEE9-168FF817A461}"/>
                  </a:ext>
                </a:extLst>
              </p14:cNvPr>
              <p14:cNvContentPartPr/>
              <p14:nvPr/>
            </p14:nvContentPartPr>
            <p14:xfrm>
              <a:off x="4022856" y="6726528"/>
              <a:ext cx="572760" cy="271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3B34AC-EC9B-1EA2-AEE9-168FF817A4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16736" y="6720408"/>
                <a:ext cx="5850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3740AF-4F95-CDA3-DD38-F206DD07B402}"/>
                  </a:ext>
                </a:extLst>
              </p14:cNvPr>
              <p14:cNvContentPartPr/>
              <p14:nvPr/>
            </p14:nvContentPartPr>
            <p14:xfrm>
              <a:off x="4681656" y="7879248"/>
              <a:ext cx="4239360" cy="7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3740AF-4F95-CDA3-DD38-F206DD07B4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75536" y="7873128"/>
                <a:ext cx="42516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0BBEDE-76E3-D21A-C047-31988E7CA1D4}"/>
                  </a:ext>
                </a:extLst>
              </p14:cNvPr>
              <p14:cNvContentPartPr/>
              <p14:nvPr/>
            </p14:nvContentPartPr>
            <p14:xfrm>
              <a:off x="6340896" y="8198928"/>
              <a:ext cx="1836360" cy="151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0BBEDE-76E3-D21A-C047-31988E7CA1D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34776" y="8192808"/>
                <a:ext cx="18486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1B06D0-7869-DCB4-9BF5-0BF28E7872ED}"/>
                  </a:ext>
                </a:extLst>
              </p14:cNvPr>
              <p14:cNvContentPartPr/>
              <p14:nvPr/>
            </p14:nvContentPartPr>
            <p14:xfrm>
              <a:off x="6463656" y="8770248"/>
              <a:ext cx="1177920" cy="76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1B06D0-7869-DCB4-9BF5-0BF28E7872E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57536" y="8764128"/>
                <a:ext cx="1190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D031F5-104D-FAD6-21E3-6BC8C72070C0}"/>
                  </a:ext>
                </a:extLst>
              </p14:cNvPr>
              <p14:cNvContentPartPr/>
              <p14:nvPr/>
            </p14:nvContentPartPr>
            <p14:xfrm>
              <a:off x="6453936" y="7424928"/>
              <a:ext cx="475920" cy="411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D031F5-104D-FAD6-21E3-6BC8C72070C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47816" y="7418808"/>
                <a:ext cx="48816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13BC84-7CDD-6F61-1976-A11AC7591466}"/>
                  </a:ext>
                </a:extLst>
              </p14:cNvPr>
              <p14:cNvContentPartPr/>
              <p14:nvPr/>
            </p14:nvContentPartPr>
            <p14:xfrm>
              <a:off x="7176096" y="8333568"/>
              <a:ext cx="515160" cy="515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13BC84-7CDD-6F61-1976-A11AC759146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69976" y="8327448"/>
                <a:ext cx="52740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3A4EA24-917D-EAAF-3B5A-0CABEABD82D1}"/>
                  </a:ext>
                </a:extLst>
              </p14:cNvPr>
              <p14:cNvContentPartPr/>
              <p14:nvPr/>
            </p14:nvContentPartPr>
            <p14:xfrm>
              <a:off x="6747696" y="6023808"/>
              <a:ext cx="508320" cy="554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3A4EA24-917D-EAAF-3B5A-0CABEABD82D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41576" y="6017688"/>
                <a:ext cx="52056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E67D4B4-2417-0AD0-D450-35059A8C1696}"/>
                  </a:ext>
                </a:extLst>
              </p14:cNvPr>
              <p14:cNvContentPartPr/>
              <p14:nvPr/>
            </p14:nvContentPartPr>
            <p14:xfrm>
              <a:off x="11383056" y="7804728"/>
              <a:ext cx="6029280" cy="156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E67D4B4-2417-0AD0-D450-35059A8C169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376936" y="7798608"/>
                <a:ext cx="60415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C0B6B5D-3DE7-260D-DC08-BD80DC662A93}"/>
                  </a:ext>
                </a:extLst>
              </p14:cNvPr>
              <p14:cNvContentPartPr/>
              <p14:nvPr/>
            </p14:nvContentPartPr>
            <p14:xfrm>
              <a:off x="4597056" y="7343208"/>
              <a:ext cx="4000680" cy="213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C0B6B5D-3DE7-260D-DC08-BD80DC662A9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590936" y="7337088"/>
                <a:ext cx="4012920" cy="22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6" y="1162518"/>
            <a:ext cx="24205924" cy="10966464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C00803-DC7A-9B86-D2DF-E4D6250A3850}"/>
                  </a:ext>
                </a:extLst>
              </p14:cNvPr>
              <p14:cNvContentPartPr/>
              <p14:nvPr/>
            </p14:nvContentPartPr>
            <p14:xfrm>
              <a:off x="7689456" y="7239168"/>
              <a:ext cx="2953440" cy="41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C00803-DC7A-9B86-D2DF-E4D6250A38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3336" y="7233048"/>
                <a:ext cx="29656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8C845C-41B8-6BB2-2B47-0029B5CB6BFB}"/>
                  </a:ext>
                </a:extLst>
              </p14:cNvPr>
              <p14:cNvContentPartPr/>
              <p14:nvPr/>
            </p14:nvContentPartPr>
            <p14:xfrm>
              <a:off x="7735536" y="7579368"/>
              <a:ext cx="1602000" cy="15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8C845C-41B8-6BB2-2B47-0029B5CB6B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29416" y="7573248"/>
                <a:ext cx="16142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01B951-C63F-5720-9F33-FA3DD7AE510F}"/>
                  </a:ext>
                </a:extLst>
              </p14:cNvPr>
              <p14:cNvContentPartPr/>
              <p14:nvPr/>
            </p14:nvContentPartPr>
            <p14:xfrm>
              <a:off x="7449696" y="7972848"/>
              <a:ext cx="1869840" cy="61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01B951-C63F-5720-9F33-FA3DD7AE51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43576" y="7966728"/>
                <a:ext cx="1882080" cy="6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F3BBD8-26F0-5181-A277-5AC4C49DC757}"/>
                  </a:ext>
                </a:extLst>
              </p14:cNvPr>
              <p14:cNvContentPartPr/>
              <p14:nvPr/>
            </p14:nvContentPartPr>
            <p14:xfrm>
              <a:off x="7620696" y="7986528"/>
              <a:ext cx="2577600" cy="89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F3BBD8-26F0-5181-A277-5AC4C49DC75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14576" y="7980408"/>
                <a:ext cx="258984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00BBD12-56C3-37E9-B2E3-5A4300533B77}"/>
              </a:ext>
            </a:extLst>
          </p:cNvPr>
          <p:cNvGrpSpPr/>
          <p:nvPr/>
        </p:nvGrpSpPr>
        <p:grpSpPr>
          <a:xfrm>
            <a:off x="6844176" y="9300528"/>
            <a:ext cx="459720" cy="1482480"/>
            <a:chOff x="6844176" y="9300528"/>
            <a:chExt cx="459720" cy="148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4CE61E-D1DF-FAAE-DB7F-F70DBF18E594}"/>
                    </a:ext>
                  </a:extLst>
                </p14:cNvPr>
                <p14:cNvContentPartPr/>
                <p14:nvPr/>
              </p14:nvContentPartPr>
              <p14:xfrm>
                <a:off x="6844176" y="9300528"/>
                <a:ext cx="375480" cy="968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4CE61E-D1DF-FAAE-DB7F-F70DBF18E59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38056" y="9294408"/>
                  <a:ext cx="387720" cy="9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CD4D271-8C50-D53C-D42B-316B76CCF62C}"/>
                    </a:ext>
                  </a:extLst>
                </p14:cNvPr>
                <p14:cNvContentPartPr/>
                <p14:nvPr/>
              </p14:nvContentPartPr>
              <p14:xfrm>
                <a:off x="6974496" y="10153728"/>
                <a:ext cx="329400" cy="629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CD4D271-8C50-D53C-D42B-316B76CCF6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68376" y="10147608"/>
                  <a:ext cx="341640" cy="64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9F12E9-61C5-00EE-6759-0906883269D4}"/>
              </a:ext>
            </a:extLst>
          </p:cNvPr>
          <p:cNvGrpSpPr/>
          <p:nvPr/>
        </p:nvGrpSpPr>
        <p:grpSpPr>
          <a:xfrm>
            <a:off x="18129816" y="9883368"/>
            <a:ext cx="3494880" cy="1041480"/>
            <a:chOff x="18129816" y="9883368"/>
            <a:chExt cx="3494880" cy="10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67FFF08-551B-DEC9-B476-9EBE0C030AD8}"/>
                    </a:ext>
                  </a:extLst>
                </p14:cNvPr>
                <p14:cNvContentPartPr/>
                <p14:nvPr/>
              </p14:nvContentPartPr>
              <p14:xfrm>
                <a:off x="18129816" y="9883368"/>
                <a:ext cx="498600" cy="964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67FFF08-551B-DEC9-B476-9EBE0C030AD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123696" y="9877248"/>
                  <a:ext cx="510840" cy="9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5E213C-FDA1-B221-DDE0-4B29186B922A}"/>
                    </a:ext>
                  </a:extLst>
                </p14:cNvPr>
                <p14:cNvContentPartPr/>
                <p14:nvPr/>
              </p14:nvContentPartPr>
              <p14:xfrm>
                <a:off x="18890496" y="9941328"/>
                <a:ext cx="237240" cy="983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5E213C-FDA1-B221-DDE0-4B29186B92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884376" y="9935208"/>
                  <a:ext cx="24948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7C9C31-B519-92C1-BCB8-0F48145A7363}"/>
                    </a:ext>
                  </a:extLst>
                </p14:cNvPr>
                <p14:cNvContentPartPr/>
                <p14:nvPr/>
              </p14:nvContentPartPr>
              <p14:xfrm>
                <a:off x="19320336" y="10277568"/>
                <a:ext cx="251640" cy="420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7C9C31-B519-92C1-BCB8-0F48145A736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314216" y="10271448"/>
                  <a:ext cx="26388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5C5B83A-62AF-5D90-2B3F-1E37DCDE9074}"/>
                    </a:ext>
                  </a:extLst>
                </p14:cNvPr>
                <p14:cNvContentPartPr/>
                <p14:nvPr/>
              </p14:nvContentPartPr>
              <p14:xfrm>
                <a:off x="20007576" y="10304568"/>
                <a:ext cx="35280" cy="431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5C5B83A-62AF-5D90-2B3F-1E37DCDE907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001456" y="10298448"/>
                  <a:ext cx="475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C3C7DB-8D15-4D0C-69FA-94B15F041614}"/>
                    </a:ext>
                  </a:extLst>
                </p14:cNvPr>
                <p14:cNvContentPartPr/>
                <p14:nvPr/>
              </p14:nvContentPartPr>
              <p14:xfrm>
                <a:off x="19866816" y="10507608"/>
                <a:ext cx="374760" cy="57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C3C7DB-8D15-4D0C-69FA-94B15F04161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860696" y="10501488"/>
                  <a:ext cx="387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49E3E88-795A-20D2-C9EE-7A944184C619}"/>
                    </a:ext>
                  </a:extLst>
                </p14:cNvPr>
                <p14:cNvContentPartPr/>
                <p14:nvPr/>
              </p14:nvContentPartPr>
              <p14:xfrm>
                <a:off x="20498616" y="10270368"/>
                <a:ext cx="440640" cy="397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49E3E88-795A-20D2-C9EE-7A944184C61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492496" y="10264248"/>
                  <a:ext cx="4528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FB9E2A-5627-D6F6-A878-B493A5C6BFA3}"/>
                    </a:ext>
                  </a:extLst>
                </p14:cNvPr>
                <p14:cNvContentPartPr/>
                <p14:nvPr/>
              </p14:nvContentPartPr>
              <p14:xfrm>
                <a:off x="21016296" y="9974448"/>
                <a:ext cx="295560" cy="762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FB9E2A-5627-D6F6-A878-B493A5C6BFA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010176" y="9968328"/>
                  <a:ext cx="30780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4BCB97-36A1-D5CF-D00C-543EB2A0D576}"/>
                    </a:ext>
                  </a:extLst>
                </p14:cNvPr>
                <p14:cNvContentPartPr/>
                <p14:nvPr/>
              </p14:nvContentPartPr>
              <p14:xfrm>
                <a:off x="21610296" y="10652328"/>
                <a:ext cx="1440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4BCB97-36A1-D5CF-D00C-543EB2A0D57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604176" y="10646208"/>
                  <a:ext cx="266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9EBA766-A39F-4A47-DB5E-5596706BA110}"/>
                  </a:ext>
                </a:extLst>
              </p14:cNvPr>
              <p14:cNvContentPartPr/>
              <p14:nvPr/>
            </p14:nvContentPartPr>
            <p14:xfrm>
              <a:off x="5340816" y="6789528"/>
              <a:ext cx="380520" cy="871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9EBA766-A39F-4A47-DB5E-5596706BA11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334696" y="6783408"/>
                <a:ext cx="392760" cy="88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5_BoldColor_ISO">
  <a:themeElements>
    <a:clrScheme name="25_BoldColor_ISO">
      <a:dk1>
        <a:srgbClr val="53585F"/>
      </a:dk1>
      <a:lt1>
        <a:srgbClr val="00BFF3"/>
      </a:lt1>
      <a:dk2>
        <a:srgbClr val="5E5E5E"/>
      </a:dk2>
      <a:lt2>
        <a:srgbClr val="D6D5D5"/>
      </a:lt2>
      <a:accent1>
        <a:srgbClr val="01BFF4"/>
      </a:accent1>
      <a:accent2>
        <a:srgbClr val="43E9CB"/>
      </a:accent2>
      <a:accent3>
        <a:srgbClr val="BC80FF"/>
      </a:accent3>
      <a:accent4>
        <a:srgbClr val="FFC618"/>
      </a:accent4>
      <a:accent5>
        <a:srgbClr val="FF4000"/>
      </a:accent5>
      <a:accent6>
        <a:srgbClr val="FF87BB"/>
      </a:accent6>
      <a:hlink>
        <a:srgbClr val="0000FF"/>
      </a:hlink>
      <a:folHlink>
        <a:srgbClr val="FF00FF"/>
      </a:folHlink>
    </a:clrScheme>
    <a:fontScheme name="25_BoldColor_ISO">
      <a:majorFont>
        <a:latin typeface="Druk Medium"/>
        <a:ea typeface="Druk Medium"/>
        <a:cs typeface="Druk Medium"/>
      </a:majorFont>
      <a:minorFont>
        <a:latin typeface="Druk Medium"/>
        <a:ea typeface="Druk Medium"/>
        <a:cs typeface="Druk Medium"/>
      </a:minorFont>
    </a:fontScheme>
    <a:fmtScheme name="25_BoldColor_IS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Proxima Nova Extrabold"/>
            <a:ea typeface="Proxima Nova Extrabold"/>
            <a:cs typeface="Proxima Nova Extrabold"/>
            <a:sym typeface="Proxima Nova 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200" b="1" i="0" u="none" strike="noStrike" cap="none" spc="0" normalizeH="0" baseline="0">
            <a:ln>
              <a:noFill/>
            </a:ln>
            <a:solidFill>
              <a:srgbClr val="53585F"/>
            </a:solidFill>
            <a:effectLst/>
            <a:uFillTx/>
            <a:latin typeface="Proxima Nova"/>
            <a:ea typeface="Proxima Nova"/>
            <a:cs typeface="Proxima Nova"/>
            <a:sym typeface="Proxima Nov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5_BoldColor_ISO">
  <a:themeElements>
    <a:clrScheme name="25_BoldColor_ISO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1BFF4"/>
      </a:accent1>
      <a:accent2>
        <a:srgbClr val="43E9CB"/>
      </a:accent2>
      <a:accent3>
        <a:srgbClr val="BC80FF"/>
      </a:accent3>
      <a:accent4>
        <a:srgbClr val="FFC618"/>
      </a:accent4>
      <a:accent5>
        <a:srgbClr val="FF4000"/>
      </a:accent5>
      <a:accent6>
        <a:srgbClr val="FF87BB"/>
      </a:accent6>
      <a:hlink>
        <a:srgbClr val="0000FF"/>
      </a:hlink>
      <a:folHlink>
        <a:srgbClr val="FF00FF"/>
      </a:folHlink>
    </a:clrScheme>
    <a:fontScheme name="25_BoldColor_ISO">
      <a:majorFont>
        <a:latin typeface="Druk Medium"/>
        <a:ea typeface="Druk Medium"/>
        <a:cs typeface="Druk Medium"/>
      </a:majorFont>
      <a:minorFont>
        <a:latin typeface="Druk Medium"/>
        <a:ea typeface="Druk Medium"/>
        <a:cs typeface="Druk Medium"/>
      </a:minorFont>
    </a:fontScheme>
    <a:fmtScheme name="25_BoldColor_IS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Proxima Nova Extrabold"/>
            <a:ea typeface="Proxima Nova Extrabold"/>
            <a:cs typeface="Proxima Nova Extrabold"/>
            <a:sym typeface="Proxima Nova 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200" b="1" i="0" u="none" strike="noStrike" cap="none" spc="0" normalizeH="0" baseline="0">
            <a:ln>
              <a:noFill/>
            </a:ln>
            <a:solidFill>
              <a:srgbClr val="53585F"/>
            </a:solidFill>
            <a:effectLst/>
            <a:uFillTx/>
            <a:latin typeface="Proxima Nova"/>
            <a:ea typeface="Proxima Nova"/>
            <a:cs typeface="Proxima Nova"/>
            <a:sym typeface="Proxima Nov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</Words>
  <Application>Microsoft Office PowerPoint</Application>
  <PresentationFormat>Custom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Druk Medium</vt:lpstr>
      <vt:lpstr>Helvetica Neue</vt:lpstr>
      <vt:lpstr>Proxima Nova</vt:lpstr>
      <vt:lpstr>Proxima Nova Extrabold</vt:lpstr>
      <vt:lpstr>Proxima Nova Medium</vt:lpstr>
      <vt:lpstr>Proxima Nova Semibold</vt:lpstr>
      <vt:lpstr>25_BoldColor_ISO</vt:lpstr>
      <vt:lpstr>Tut 7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Ramanujan Gopalan</cp:lastModifiedBy>
  <cp:revision>1</cp:revision>
  <dcterms:modified xsi:type="dcterms:W3CDTF">2026-03-17T09:15:06Z</dcterms:modified>
</cp:coreProperties>
</file>